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0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Le novità di SQL Server 2025 per gli sviluppatori</a:t>
            </a:r>
          </a:p>
        </p:txBody>
      </p:sp>
      <p:pic>
        <p:nvPicPr>
          <p:cNvPr id="3" name="Banner for Le novità di SQL Server 2025 per gli sviluppatori by Danilo Dominic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5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novità di SQL Server 2025 per gli sviluppatori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Le novità di SQL Server 2025 per gli sviluppatori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Le novità di SQL Server 2025 per gli sviluppator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Le novità di SQL Server 2025 per gli sviluppatori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55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Aptos</vt:lpstr>
      <vt:lpstr>Wingdings</vt:lpstr>
      <vt:lpstr>Poppins</vt:lpstr>
      <vt:lpstr>Segoe UI Variable Display Semibold</vt:lpstr>
      <vt:lpstr>Segoe UI Variable Display Semib</vt:lpstr>
      <vt:lpstr>Segoe UI</vt:lpstr>
      <vt:lpstr>Segoe UI Variable Display</vt:lpstr>
      <vt:lpstr>Segoe UI Variable Text Semibold</vt:lpstr>
      <vt:lpstr>Calibri</vt:lpstr>
      <vt:lpstr>1_Office Theme</vt:lpstr>
      <vt:lpstr>Session Banner - Le novità di SQL Server 2025 per gli sviluppatori</vt:lpstr>
      <vt:lpstr>Event Sponsors</vt:lpstr>
      <vt:lpstr>Le novità di SQL Server 2025 per gli sviluppatori</vt:lpstr>
      <vt:lpstr>Demo: Le novità di SQL Server 2025 per gli sviluppatori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Le novità di SQL Server 2025 per gli sviluppatori</dc:title>
  <dc:subject>Conference session: Le novità di SQL Server 2025 per gli sviluppatori</dc:subject>
  <dc:creator/>
  <cp:lastModifiedBy>Ivan Persiani</cp:lastModifiedBy>
  <cp:revision>21</cp:revision>
  <dcterms:created xsi:type="dcterms:W3CDTF">2025-12-02T20:49:58Z</dcterms:created>
  <dcterms:modified xsi:type="dcterms:W3CDTF">2026-01-28T20:54:13Z</dcterms:modified>
</cp:coreProperties>
</file>
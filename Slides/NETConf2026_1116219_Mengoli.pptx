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6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24387175" cy="13716000"/>
  <p:notesSz cx="13716000" cy="24387175"/>
  <p:embeddedFontLs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  <p:embeddedFont>
      <p:font typeface="Segoe UI Variable Display" pitchFamily="2" charset="0"/>
      <p:regular r:id="rId17"/>
      <p:bold r:id="rId18"/>
    </p:embeddedFont>
    <p:embeddedFont>
      <p:font typeface="Segoe UI Variable Display Semib" pitchFamily="2" charset="0"/>
      <p:bold r:id="rId19"/>
    </p:embeddedFont>
    <p:embeddedFont>
      <p:font typeface="Segoe UI Variable Display Semibold" pitchFamily="2" charset="0"/>
      <p:bold r:id="rId20"/>
    </p:embeddedFont>
    <p:embeddedFont>
      <p:font typeface="Segoe UI Variable Text Semibold" pitchFamily="2" charset="0"/>
      <p:bold r:id="rId21"/>
    </p:embeddedFont>
  </p:embeddedFontLst>
  <p:defaultTextStyle>
    <a:lvl1pPr marL="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8D8"/>
    <a:srgbClr val="4828C8"/>
    <a:srgbClr val="EDEFF0"/>
    <a:srgbClr val="1F1E32"/>
    <a:srgbClr val="510003"/>
    <a:srgbClr val="363547"/>
    <a:srgbClr val="FF89E7"/>
    <a:srgbClr val="7931EB"/>
    <a:srgbClr val="752FE9"/>
    <a:srgbClr val="2F2C4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90" y="852"/>
      </p:cViewPr>
      <p:guideLst>
        <p:guide orient="horz" pos="4320"/>
        <p:guide pos="76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35" d="100"/>
          <a:sy n="35" d="100"/>
        </p:scale>
        <p:origin x="4146" y="1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64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7681" userDrawn="1">
          <p15:clr>
            <a:srgbClr val="F26B43"/>
          </p15:clr>
        </p15:guide>
        <p15:guide id="2" pos="432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0">
              <a:srgbClr val="0657B2"/>
            </a:gs>
            <a:gs pos="100000">
              <a:srgbClr val="1E075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B5EEFF-2BB5-A52C-260D-554CFB7069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7175" cy="26482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2202B6-F7AE-4B3E-3EEE-7AD38C243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8059" y="10414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1" i="0" kern="0" spc="-375" dirty="0" smtClean="0">
                <a:solidFill>
                  <a:schemeClr val="bg1"/>
                </a:solidFill>
                <a:latin typeface="+mj-lt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6E4B5D0-1A1D-7256-DDEF-FFD34D9EC1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8059" y="29210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0" i="0" kern="0" spc="-375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8028D-48E9-F953-AF99-287F28B4BC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318" y="1041400"/>
            <a:ext cx="1828800" cy="1828800"/>
          </a:xfrm>
          <a:prstGeom prst="rect">
            <a:avLst/>
          </a:prstGeom>
        </p:spPr>
      </p:pic>
      <p:pic>
        <p:nvPicPr>
          <p:cNvPr id="3" name="Picture 2" descr="A purple object with light beams">
            <a:extLst>
              <a:ext uri="{FF2B5EF4-FFF2-40B4-BE49-F238E27FC236}">
                <a16:creationId xmlns:a16="http://schemas.microsoft.com/office/drawing/2014/main" id="{B95DBEA6-A735-B2EF-582C-219438B2AB0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730" y="3835400"/>
            <a:ext cx="24387175" cy="9554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DCCD92-C47B-400E-9B92-86C7C0DC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2923829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5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eme 6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F518B-6B16-2D11-5EAA-FA368B9EF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90" y="-6961851"/>
            <a:ext cx="21034374" cy="769442"/>
          </a:xfrm>
        </p:spPr>
        <p:txBody>
          <a:bodyPr/>
          <a:lstStyle>
            <a:lvl1pPr>
              <a:defRPr sz="4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9" name="Picture 10" descr="Unikey">
            <a:extLst>
              <a:ext uri="{FF2B5EF4-FFF2-40B4-BE49-F238E27FC236}">
                <a16:creationId xmlns:a16="http://schemas.microsoft.com/office/drawing/2014/main" id="{895D3092-4704-59CF-D966-4DB70658CC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5775" y="10738537"/>
            <a:ext cx="2628998" cy="262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icrosoft">
            <a:extLst>
              <a:ext uri="{FF2B5EF4-FFF2-40B4-BE49-F238E27FC236}">
                <a16:creationId xmlns:a16="http://schemas.microsoft.com/office/drawing/2014/main" id="{FEA279E3-9DC4-A946-33B1-EB9556CE13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623" y="317472"/>
            <a:ext cx="9688923" cy="484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9">
            <a:extLst>
              <a:ext uri="{FF2B5EF4-FFF2-40B4-BE49-F238E27FC236}">
                <a16:creationId xmlns:a16="http://schemas.microsoft.com/office/drawing/2014/main" id="{263D6C54-4ACC-FEEE-2871-08583EFBB6A6}"/>
              </a:ext>
            </a:extLst>
          </p:cNvPr>
          <p:cNvSpPr txBox="1"/>
          <p:nvPr userDrawn="1"/>
        </p:nvSpPr>
        <p:spPr>
          <a:xfrm>
            <a:off x="-1480" y="406517"/>
            <a:ext cx="243886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Platinum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sellaDiTesto 12">
            <a:extLst>
              <a:ext uri="{FF2B5EF4-FFF2-40B4-BE49-F238E27FC236}">
                <a16:creationId xmlns:a16="http://schemas.microsoft.com/office/drawing/2014/main" id="{D588524C-EB42-813B-80DA-DAEB1FA5DE43}"/>
              </a:ext>
            </a:extLst>
          </p:cNvPr>
          <p:cNvSpPr txBox="1"/>
          <p:nvPr userDrawn="1"/>
        </p:nvSpPr>
        <p:spPr>
          <a:xfrm>
            <a:off x="4058851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Gold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sellaDiTesto 15">
            <a:extLst>
              <a:ext uri="{FF2B5EF4-FFF2-40B4-BE49-F238E27FC236}">
                <a16:creationId xmlns:a16="http://schemas.microsoft.com/office/drawing/2014/main" id="{B17242DD-281D-7EC2-EFB0-476B068262DF}"/>
              </a:ext>
            </a:extLst>
          </p:cNvPr>
          <p:cNvSpPr txBox="1"/>
          <p:nvPr userDrawn="1"/>
        </p:nvSpPr>
        <p:spPr>
          <a:xfrm>
            <a:off x="7835750" y="10381845"/>
            <a:ext cx="84106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magine 6">
            <a:extLst>
              <a:ext uri="{FF2B5EF4-FFF2-40B4-BE49-F238E27FC236}">
                <a16:creationId xmlns:a16="http://schemas.microsoft.com/office/drawing/2014/main" id="{E41C02AC-210E-41AA-5358-942034662DF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284451"/>
            <a:ext cx="6598897" cy="3299450"/>
          </a:xfrm>
          <a:prstGeom prst="rect">
            <a:avLst/>
          </a:prstGeom>
        </p:spPr>
      </p:pic>
      <p:pic>
        <p:nvPicPr>
          <p:cNvPr id="1028" name="Picture 4" descr="JetBrains">
            <a:extLst>
              <a:ext uri="{FF2B5EF4-FFF2-40B4-BE49-F238E27FC236}">
                <a16:creationId xmlns:a16="http://schemas.microsoft.com/office/drawing/2014/main" id="{147607E8-4C50-C46C-B5CA-F4C7794A37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876" y="9970553"/>
            <a:ext cx="4164964" cy="416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A black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D93316AD-C5B1-7C42-9B97-95100F27FD3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7612" y="6168829"/>
            <a:ext cx="3725323" cy="3725324"/>
          </a:xfrm>
          <a:prstGeom prst="rect">
            <a:avLst/>
          </a:prstGeom>
        </p:spPr>
      </p:pic>
      <p:pic>
        <p:nvPicPr>
          <p:cNvPr id="24" name="Picture 23" descr="key2 next">
            <a:extLst>
              <a:ext uri="{FF2B5EF4-FFF2-40B4-BE49-F238E27FC236}">
                <a16:creationId xmlns:a16="http://schemas.microsoft.com/office/drawing/2014/main" id="{83FA232E-0ECB-3875-10B7-FD66EA274B4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4165" y="317472"/>
            <a:ext cx="5435388" cy="5435388"/>
          </a:xfrm>
          <a:prstGeom prst="rect">
            <a:avLst/>
          </a:prstGeom>
        </p:spPr>
      </p:pic>
      <p:sp>
        <p:nvSpPr>
          <p:cNvPr id="25" name="CasellaDiTesto 12">
            <a:extLst>
              <a:ext uri="{FF2B5EF4-FFF2-40B4-BE49-F238E27FC236}">
                <a16:creationId xmlns:a16="http://schemas.microsoft.com/office/drawing/2014/main" id="{1E3B0894-D4F0-E865-1D93-93309669A65B}"/>
              </a:ext>
            </a:extLst>
          </p:cNvPr>
          <p:cNvSpPr txBox="1"/>
          <p:nvPr userDrawn="1"/>
        </p:nvSpPr>
        <p:spPr>
          <a:xfrm>
            <a:off x="17105106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Silver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9493836D-9429-61ED-0261-F39DDC85994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055" y="11413595"/>
            <a:ext cx="1278880" cy="1278882"/>
          </a:xfrm>
          <a:prstGeom prst="rect">
            <a:avLst/>
          </a:prstGeom>
        </p:spPr>
      </p:pic>
      <p:pic>
        <p:nvPicPr>
          <p:cNvPr id="1026" name="Picture 2" descr="Sibylla">
            <a:extLst>
              <a:ext uri="{FF2B5EF4-FFF2-40B4-BE49-F238E27FC236}">
                <a16:creationId xmlns:a16="http://schemas.microsoft.com/office/drawing/2014/main" id="{C18B1735-8380-C0DE-DB8F-23AB1FE24D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647" y="6284451"/>
            <a:ext cx="6598899" cy="329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Nubis">
            <a:extLst>
              <a:ext uri="{FF2B5EF4-FFF2-40B4-BE49-F238E27FC236}">
                <a16:creationId xmlns:a16="http://schemas.microsoft.com/office/drawing/2014/main" id="{4E9AF778-57F4-6FEB-4B6A-E9611DD6B4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3482" y="6858000"/>
            <a:ext cx="4693964" cy="2346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7794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5704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877749"/>
            <a:ext cx="21034374" cy="265112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4507831" y="2053391"/>
            <a:ext cx="15625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9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0" name="Picture 9" descr="Q&amp;A">
            <a:extLst>
              <a:ext uri="{FF2B5EF4-FFF2-40B4-BE49-F238E27FC236}">
                <a16:creationId xmlns:a16="http://schemas.microsoft.com/office/drawing/2014/main" id="{585E05D6-D48A-1759-D804-3F777123A5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009" y="198120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and white rectangle with white text&#10;&#10;AI-generated content may be incorrect.">
            <a:extLst>
              <a:ext uri="{FF2B5EF4-FFF2-40B4-BE49-F238E27FC236}">
                <a16:creationId xmlns:a16="http://schemas.microsoft.com/office/drawing/2014/main" id="{D0C65B95-4AAB-B4A2-23ED-B45D469F44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387" y="231058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6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6C60A8-61BC-D120-0421-43C1EA9C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860925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2C9C464F-D8DF-1928-3119-9285618FAF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0375" y="2209800"/>
            <a:ext cx="14630401" cy="9753600"/>
          </a:xfrm>
          <a:prstGeom prst="rect">
            <a:avLst/>
          </a:prstGeom>
        </p:spPr>
      </p:pic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045722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84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33991042-45E3-AC3E-E3DE-438E7FE38C79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4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 dirty="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 dirty="0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9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D7D79-F2DC-15FF-44E4-445EA3A7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225207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asellaDiTesto 9">
            <a:extLst>
              <a:ext uri="{FF2B5EF4-FFF2-40B4-BE49-F238E27FC236}">
                <a16:creationId xmlns:a16="http://schemas.microsoft.com/office/drawing/2014/main" id="{9320FA32-9312-4E41-2FF0-34C210848CB1}"/>
              </a:ext>
            </a:extLst>
          </p:cNvPr>
          <p:cNvSpPr txBox="1"/>
          <p:nvPr userDrawn="1"/>
        </p:nvSpPr>
        <p:spPr>
          <a:xfrm>
            <a:off x="1060451" y="6257837"/>
            <a:ext cx="17935473" cy="646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Vote for </a:t>
            </a:r>
            <a:r>
              <a:rPr lang="it-IT" sz="3599" b="1" i="0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session!!!</a:t>
            </a:r>
            <a:endParaRPr lang="it-IT" sz="3599" dirty="0">
              <a:solidFill>
                <a:schemeClr val="bg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88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45EE767-04FB-8F51-EEAF-BD14B6933979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DF1DEE8-9F0C-BB31-1360-9C3004DECCCD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B9D9174-12FF-9C28-25F8-E25F1E9EE0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09388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dirty="0"/>
              <a:t>Demo title</a:t>
            </a: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A5295C79-5CDC-F80C-3086-8B2B71595DA2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1190625" y="2257426"/>
            <a:ext cx="22005925" cy="10364692"/>
          </a:xfrm>
          <a:prstGeom prst="roundRect">
            <a:avLst>
              <a:gd name="adj" fmla="val 3473"/>
            </a:avLst>
          </a:prstGeom>
          <a:noFill/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9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EB4E0F6-3328-DEA1-E7B9-961A5D9B31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16A860AA-AC62-C8E0-D0B9-8A40E86C58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1978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C1057896-C494-2D97-1952-09FD22AEF5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1978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D1CB46BE-FA25-5D07-CB72-8FC9D9D8AC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1978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CBB7AD5-BF6E-D9B8-202C-0CCDA950ED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C06D27A0-3D2A-52CE-9A8D-B8DC8E2553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978692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5F6429F5-0C9B-1893-F804-C51087DDBE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978692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FC47478B-8180-E156-D4EE-A822CEECDE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978692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082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F198806-1088-6D56-AC41-145DD0987F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0565" y="3943536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A072248E-F70D-D176-5EBE-12829AC0EC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0565" y="505778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15D511EF-843A-E5B3-ECD6-ADC3EFA3B6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0565" y="6172030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3636336E-EA45-7AA7-C76E-E2B9234A69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0565" y="728627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E5B1AFBB-ED36-937B-E576-FD4680598A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0565" y="840052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5302DFD-BB61-F96A-4765-DD7AE7599D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0565" y="9514772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B38EB421-A52C-B388-1EC7-D9827965C2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5" y="1062901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84324568-9AC0-BA7B-50B0-1CBACEF0DD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40565" y="1174326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2ACC4868-56CC-D4E1-870A-BFA0C6DB2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5A4D6CB2-7B58-4EA9-503A-5876DBDF77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01129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8A08768-A8D1-56B8-9E72-F5247632A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99059" y="106293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9D36D911-7F66-D321-2E3E-25348A43CD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2971" y="106680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2BB80305-533F-525A-2094-2BA8CC178E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D750292-3DAA-64F4-E346-058EF93A47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909B5BC6-004B-406B-86ED-C0F664D767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9059" y="1965761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22607F7F-1EAC-B2FA-AC82-78456EA42F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2971" y="19696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EDFEF231-B3A4-17F4-23CF-B712A4401D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99059" y="28756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3FC7885F-D58E-D154-62B9-8314D6E34C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82971" y="2879559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3206D664-9025-7588-3785-9B5127BB5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99059" y="378562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1D64F4E-B2B1-F66D-F67B-35D740CF55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82971" y="37894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D90E18B-EA52-CF02-E309-052B9744195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99059" y="4695559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35B5BBF1-8BFB-DADC-91A0-66BE29830F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82971" y="46994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D45D058E-B1E6-9724-7878-C61F5E2567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9059" y="56054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6767140E-1887-CBD2-537F-0F89AA863F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82971" y="5609357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D2DAF6A0-18B6-8865-E352-FBD3DA7F67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99059" y="651542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6C68D9E7-6D29-A137-DBFE-B0921598A1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82971" y="65192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B00CE70-CCD3-CF1B-8E6B-B04013BD71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99059" y="742535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3AFF83DD-F4F2-57F9-7604-66A5BBAB302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82971" y="7429223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51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978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F721C38B-51F8-79EC-FF62-574043251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772D1574-194D-B474-FEAE-9BB4D2768E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0B3522E-F107-3114-DC30-9254AF9DB98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5624513" y="3733801"/>
            <a:ext cx="13138150" cy="7466430"/>
          </a:xfrm>
          <a:prstGeom prst="roundRect">
            <a:avLst>
              <a:gd name="adj" fmla="val 1074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52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035FD5E-E87C-5F0E-6525-2753A1441636}"/>
              </a:ext>
            </a:extLst>
          </p:cNvPr>
          <p:cNvSpPr/>
          <p:nvPr userDrawn="1"/>
        </p:nvSpPr>
        <p:spPr>
          <a:xfrm>
            <a:off x="1140568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E543010-2055-8957-AC16-87A31FB3D446}"/>
              </a:ext>
            </a:extLst>
          </p:cNvPr>
          <p:cNvSpPr/>
          <p:nvPr userDrawn="1"/>
        </p:nvSpPr>
        <p:spPr>
          <a:xfrm>
            <a:off x="12313392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EC0F15F-9100-CF2F-6834-FB4BDB7EC145}"/>
              </a:ext>
            </a:extLst>
          </p:cNvPr>
          <p:cNvSpPr/>
          <p:nvPr userDrawn="1"/>
        </p:nvSpPr>
        <p:spPr>
          <a:xfrm>
            <a:off x="1600400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B15EAB5F-DCCB-E9A4-BEBC-F7BF145AF248}"/>
              </a:ext>
            </a:extLst>
          </p:cNvPr>
          <p:cNvSpPr/>
          <p:nvPr userDrawn="1"/>
        </p:nvSpPr>
        <p:spPr>
          <a:xfrm>
            <a:off x="12777798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6B0E8F4D-0FF3-EAD8-1EE9-74929D60E4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980ABE18-C5D9-A58B-B245-8FBB07D81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38820D62-F47A-A083-D71D-D99A432421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1734" y="628384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6FD903A6-2D49-58E2-5118-71FC9FACA9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1734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D7EC7B8-F94E-EEB7-0148-5B7E7D9D98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95502" y="6283848"/>
            <a:ext cx="7863426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2D4D0B6-D9C9-30E8-6C9B-7B73DEE96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5501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7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9647C27-E69D-913D-98CB-477785E72B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1168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3CF8C0E6-A6AB-F33D-A8B6-8C48277D29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685455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356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B189BF-1CC6-7389-95BF-5F38F0F0828B}"/>
              </a:ext>
            </a:extLst>
          </p:cNvPr>
          <p:cNvSpPr/>
          <p:nvPr userDrawn="1"/>
        </p:nvSpPr>
        <p:spPr>
          <a:xfrm>
            <a:off x="114056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7DDB54-DB54-E3D1-6112-A27B01550823}"/>
              </a:ext>
            </a:extLst>
          </p:cNvPr>
          <p:cNvSpPr/>
          <p:nvPr userDrawn="1"/>
        </p:nvSpPr>
        <p:spPr>
          <a:xfrm>
            <a:off x="8598643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C5E7C83-8106-E9C1-0192-732198046405}"/>
              </a:ext>
            </a:extLst>
          </p:cNvPr>
          <p:cNvSpPr/>
          <p:nvPr userDrawn="1"/>
        </p:nvSpPr>
        <p:spPr>
          <a:xfrm>
            <a:off x="1605671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2C595F4-B3F7-5E06-51AC-548372D7CFAF}"/>
              </a:ext>
            </a:extLst>
          </p:cNvPr>
          <p:cNvSpPr/>
          <p:nvPr userDrawn="1"/>
        </p:nvSpPr>
        <p:spPr>
          <a:xfrm>
            <a:off x="1600400" y="6350000"/>
            <a:ext cx="6287287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F38E5D1D-B87D-B835-D533-FC7CB7F5B336}"/>
              </a:ext>
            </a:extLst>
          </p:cNvPr>
          <p:cNvSpPr/>
          <p:nvPr userDrawn="1"/>
        </p:nvSpPr>
        <p:spPr>
          <a:xfrm>
            <a:off x="16512064" y="6350000"/>
            <a:ext cx="6287287" cy="2438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B55218D8-9438-05C0-B609-5BF7A9AEA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212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83B7E634-3F0C-B54C-EFCF-0FED89ACDB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6212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7B74BF8-911F-42EF-3387-B7A181E443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212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BAFDBD80-4720-E864-12C6-202C934DAF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2560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ED897787-FF0B-A2A3-0F90-C7E052BCCA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2560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BA6A41FE-C805-D075-4FCE-AF62CA5F8A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25607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B60DAB6-79DF-2E12-7FD5-0CCA0778B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8646" y="728087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FFAC78C2-3501-B585-EC26-AB4C513FC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50065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7D0E3CC-8E1E-6D3F-FD71-363594381F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2858532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FF2144F-2DE7-9301-5221-382FC7FCDB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0811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B491D105-7489-F35F-A411-9DCCB714EDE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8070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169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AF7809FD-FD9E-C675-04BF-7AE0F6D7A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D5392B90-4FCE-AF58-C25E-52C3854588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C52D32-F83E-D81C-B202-C9AD725363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991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1CE68035-5C66-16BC-0189-93A367333B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996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6B31C36C-6914-30C5-3F1B-D1E583AB80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991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4909924-8374-3E54-558E-59C018D0DF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5780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1A458391-216E-C845-856C-2A4E798510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6785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6FD2C17F-78EB-C99E-7B83-9664DD5F4A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5780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87204D81-F012-9492-CE1C-A2971FEDDA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8574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6CCC77AF-444A-D86E-7572-EFF8B6390E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579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E46FA6F-2160-24B7-021B-9A07991B9E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8574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71B7133A-23A4-0AD6-CE2B-4A52C054F6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363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E4C9B303-6F54-1ECD-0DEF-CC04F2DF72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1368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F9445E2C-3BBA-6FAA-783F-BBE16C2D29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363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40487BBE-BE72-087D-7BAD-52C6794CBA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31570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F82DE218-3924-5725-018E-C4DC95C3A0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41624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3D249E77-8DB6-AE0D-ED70-3F3A2EF4E24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931570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E5A031A-E60C-495B-DAA2-327FA9B6D5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59507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E2FA7884-3D92-14BF-D759-0C98BDFE7D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669561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3D6EAA8B-2A11-3BCC-1EEE-C55751C4D2F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659509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</p:spTree>
    <p:extLst>
      <p:ext uri="{BB962C8B-B14F-4D97-AF65-F5344CB8AC3E}">
        <p14:creationId xmlns:p14="http://schemas.microsoft.com/office/powerpoint/2010/main" val="17441456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C24AF06-9E24-29B8-6CAD-503F1F6D1B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CC4C3579-39BD-FD7E-6A30-B13AA438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37FAA54B-2E67-1405-41E1-8BC64A2278D6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9359161" y="1104900"/>
            <a:ext cx="13887450" cy="11506200"/>
          </a:xfrm>
          <a:prstGeom prst="roundRect">
            <a:avLst>
              <a:gd name="adj" fmla="val 3505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97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CCBE980-1166-D64C-2757-75952975A306}"/>
              </a:ext>
            </a:extLst>
          </p:cNvPr>
          <p:cNvSpPr/>
          <p:nvPr userDrawn="1"/>
        </p:nvSpPr>
        <p:spPr>
          <a:xfrm>
            <a:off x="1143143" y="1143000"/>
            <a:ext cx="5334667" cy="1117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E009DD-D72C-4B45-F63A-1FE205A080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13657" y="5018768"/>
            <a:ext cx="7010401" cy="189009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rtl="0"/>
            <a:r>
              <a:rPr lang="en-US" sz="2999" b="1" i="0" u="none" strike="noStrike" kern="1200" baseline="0">
                <a:solidFill>
                  <a:srgbClr val="FEFFFE"/>
                </a:solidFill>
                <a:latin typeface="Segoe UI Variable Display" pitchFamily="2" charset="0"/>
              </a:rPr>
              <a:t>Demo title with just two or three lines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AC83446-32E5-DE05-6E80-6BA7D80EE2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3657" y="696873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8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Short list or description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AB42CAD9-06F1-08CF-1BDC-B4B1C7C1A9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7" y="3274792"/>
            <a:ext cx="7010401" cy="395508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0" i="0" u="none" strike="noStrike" kern="1200" baseline="0">
                <a:solidFill>
                  <a:srgbClr val="969696"/>
                </a:solidFill>
                <a:latin typeface="Segoe UI Variable Text Semibold" pitchFamily="2" charset="0"/>
              </a:rPr>
              <a:t>Public Preview / Q2 2025</a:t>
            </a:r>
            <a:endParaRPr lang="en-US" sz="10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A044043-3763-4FD2-DBC5-3CE97B6763F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20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FDB64B77-E38D-1ACA-5A15-6809BD7C67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23700" y="4219280"/>
            <a:ext cx="7010401" cy="18900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999" b="0" i="0" kern="0" spc="-6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Segoe UI Variable Display Bold" pitchFamily="34" charset="-120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GitHub Copilot </a:t>
            </a:r>
            <a:b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</a:b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app modernization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B6A5054-BEC7-5A53-61D2-95395DD6A0C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53844" y="6472056"/>
            <a:ext cx="7010401" cy="403814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400" b="0" i="0" kern="0" spc="-28">
                <a:solidFill>
                  <a:schemeClr val="bg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Single entry point for code assessments, dependency updates, and remediation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Generates and executes update plans automatically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Gives you full visibility, control and clear summary of change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D7D85207-8BBB-CCE1-CB12-F932B4FFD4B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564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z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3C71A080-C5F7-3D7A-CE3C-8281DA88A2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3F615C3-0D3D-64FB-B1F4-704B554DD1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97AA0460-DB38-3D50-3176-C8BB61D7DF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8" y="5515935"/>
            <a:ext cx="7037306" cy="1568154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8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Ask questions to deepen your knowledge, synthesize the information you gather, and tell compelling stories. Your contributions will be informed, impactful, and valuable.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F1761AC-6860-62E8-20FB-998D7529F2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3610" y="475142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59D7466-0AEC-D4BB-517D-FD4ECFC287CE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1158082" y="7734300"/>
            <a:ext cx="22071011" cy="4914900"/>
          </a:xfrm>
          <a:prstGeom prst="roundRect">
            <a:avLst>
              <a:gd name="adj" fmla="val 6783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550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1461B076-F1DB-DF34-533D-41856753CE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47640" y="798698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Speaker name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2CB1C28C-300D-5125-D7BA-B821E0A0C1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47640" y="852959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Title</a:t>
            </a:r>
            <a:endParaRPr lang="en-US" sz="1800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D8E83FC-57E6-CD17-53A7-855EBA7C0C7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499724" y="4335462"/>
            <a:ext cx="3387727" cy="3387728"/>
          </a:xfrm>
          <a:prstGeom prst="ellipse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463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D34A49-E8B2-6533-BACD-DDD9E5B86722}"/>
              </a:ext>
            </a:extLst>
          </p:cNvPr>
          <p:cNvCxnSpPr>
            <a:cxnSpLocks/>
          </p:cNvCxnSpPr>
          <p:nvPr userDrawn="1"/>
        </p:nvCxnSpPr>
        <p:spPr>
          <a:xfrm>
            <a:off x="1136791" y="6232358"/>
            <a:ext cx="2135137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7B5F278-8B80-F414-CEAD-B40CBB54EF63}"/>
              </a:ext>
            </a:extLst>
          </p:cNvPr>
          <p:cNvSpPr/>
          <p:nvPr userDrawn="1"/>
        </p:nvSpPr>
        <p:spPr>
          <a:xfrm>
            <a:off x="1136791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0DBECD-5629-6082-6EBB-F5B15437DC5F}"/>
              </a:ext>
            </a:extLst>
          </p:cNvPr>
          <p:cNvSpPr/>
          <p:nvPr userDrawn="1"/>
        </p:nvSpPr>
        <p:spPr>
          <a:xfrm>
            <a:off x="4722984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236D392-42AF-BDF4-01D5-A1F418C7BBA6}"/>
              </a:ext>
            </a:extLst>
          </p:cNvPr>
          <p:cNvSpPr/>
          <p:nvPr userDrawn="1"/>
        </p:nvSpPr>
        <p:spPr>
          <a:xfrm>
            <a:off x="8309177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BC77707-EF41-7588-5F2B-F8D966D2B090}"/>
              </a:ext>
            </a:extLst>
          </p:cNvPr>
          <p:cNvSpPr/>
          <p:nvPr userDrawn="1"/>
        </p:nvSpPr>
        <p:spPr>
          <a:xfrm>
            <a:off x="11895370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4935974-7A27-0EAF-F65E-9CD1EF64F995}"/>
              </a:ext>
            </a:extLst>
          </p:cNvPr>
          <p:cNvSpPr/>
          <p:nvPr userDrawn="1"/>
        </p:nvSpPr>
        <p:spPr>
          <a:xfrm>
            <a:off x="15481563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ACF488-2BD4-FACB-396D-4D3924CEAC4B}"/>
              </a:ext>
            </a:extLst>
          </p:cNvPr>
          <p:cNvSpPr/>
          <p:nvPr userDrawn="1"/>
        </p:nvSpPr>
        <p:spPr>
          <a:xfrm>
            <a:off x="19067758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D5F0C3D-DBD0-7AD6-5CEA-147A6FFEC4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Project 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068E72C3-BCA1-0293-4B72-E3392DFFDE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Roadmap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7EE96189-8D1F-E245-1F6B-0BAB4B610A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0E778-2646-7DE1-F70C-32E5060E4F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8214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78F2FC8-6C39-E2F6-5B4A-08B50CFA37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8217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9F066E0-91B7-2498-04ED-A26B3EE78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15475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04F12F72-B4AC-01C9-E59E-A334BE5B5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15478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F4992439-7519-A93F-0602-FE954DF166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2736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0C9624DA-3D54-50F6-FBD0-315DD7D7C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2739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4A15BA1-6F75-5848-0BE5-9972EB528D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789997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73272E5A-2D67-2FEC-5889-9532103D24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790000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38CC13D9-910F-E88A-80F3-A1CE25C93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377260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6" name="Text Placeholder 37">
            <a:extLst>
              <a:ext uri="{FF2B5EF4-FFF2-40B4-BE49-F238E27FC236}">
                <a16:creationId xmlns:a16="http://schemas.microsoft.com/office/drawing/2014/main" id="{66D8D300-B95C-750F-BFB5-1D2B8AAB2E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377263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178A6E13-DFF2-3D21-D580-85A75DD2580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964521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8" name="Text Placeholder 37">
            <a:extLst>
              <a:ext uri="{FF2B5EF4-FFF2-40B4-BE49-F238E27FC236}">
                <a16:creationId xmlns:a16="http://schemas.microsoft.com/office/drawing/2014/main" id="{F8E9ED62-697A-439E-557F-3829257383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964524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0111D9F3-0960-E05F-ABD5-D89EBDDDB7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40245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241F2E50-5A5E-851C-A57A-DE106226567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313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1" name="Text Placeholder 19">
            <a:extLst>
              <a:ext uri="{FF2B5EF4-FFF2-40B4-BE49-F238E27FC236}">
                <a16:creationId xmlns:a16="http://schemas.microsoft.com/office/drawing/2014/main" id="{B81E9B62-337A-7D2A-401E-01F56200D93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34381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9C98AB01-F218-3028-A599-951ABD13A41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681449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3" name="Text Placeholder 19">
            <a:extLst>
              <a:ext uri="{FF2B5EF4-FFF2-40B4-BE49-F238E27FC236}">
                <a16:creationId xmlns:a16="http://schemas.microsoft.com/office/drawing/2014/main" id="{EA0D7CEB-BCF8-88CA-1AEF-45FD42E818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349098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4FAEA102-F667-DDD3-BA2C-B99E7C6352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6166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352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E72801E-F3B3-76DA-DC57-0276D87F411E}"/>
              </a:ext>
            </a:extLst>
          </p:cNvPr>
          <p:cNvSpPr/>
          <p:nvPr userDrawn="1"/>
        </p:nvSpPr>
        <p:spPr>
          <a:xfrm>
            <a:off x="10105384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AB2535-986A-5928-8411-E031B3B9FCD9}"/>
              </a:ext>
            </a:extLst>
          </p:cNvPr>
          <p:cNvSpPr/>
          <p:nvPr userDrawn="1"/>
        </p:nvSpPr>
        <p:spPr>
          <a:xfrm>
            <a:off x="1147122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rgbClr val="3635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08EA4F-2695-1A87-B2B8-81F4665F4732}"/>
              </a:ext>
            </a:extLst>
          </p:cNvPr>
          <p:cNvSpPr/>
          <p:nvPr userDrawn="1"/>
        </p:nvSpPr>
        <p:spPr>
          <a:xfrm>
            <a:off x="19063647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145E20-1E13-6952-0928-996DC519DB15}"/>
              </a:ext>
            </a:extLst>
          </p:cNvPr>
          <p:cNvSpPr/>
          <p:nvPr userDrawn="1"/>
        </p:nvSpPr>
        <p:spPr>
          <a:xfrm>
            <a:off x="12341965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24B87D-76EF-DD8B-D625-EF95FFBCDAD7}"/>
              </a:ext>
            </a:extLst>
          </p:cNvPr>
          <p:cNvSpPr/>
          <p:nvPr userDrawn="1"/>
        </p:nvSpPr>
        <p:spPr>
          <a:xfrm>
            <a:off x="1140566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19FA051-30FB-12EF-1A3B-5420FDB3E061}"/>
              </a:ext>
            </a:extLst>
          </p:cNvPr>
          <p:cNvSpPr/>
          <p:nvPr userDrawn="1"/>
        </p:nvSpPr>
        <p:spPr>
          <a:xfrm>
            <a:off x="5633396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69B9BA-693D-5C29-4793-E9AD1BCB8FC6}"/>
              </a:ext>
            </a:extLst>
          </p:cNvPr>
          <p:cNvSpPr/>
          <p:nvPr userDrawn="1"/>
        </p:nvSpPr>
        <p:spPr>
          <a:xfrm>
            <a:off x="5633396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80E795-7FC8-D097-4D94-EA50BB0EBAD6}"/>
              </a:ext>
            </a:extLst>
          </p:cNvPr>
          <p:cNvSpPr/>
          <p:nvPr userDrawn="1"/>
        </p:nvSpPr>
        <p:spPr>
          <a:xfrm>
            <a:off x="14591659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BE580C-645A-54F5-6552-2C604B78D514}"/>
              </a:ext>
            </a:extLst>
          </p:cNvPr>
          <p:cNvSpPr/>
          <p:nvPr userDrawn="1"/>
        </p:nvSpPr>
        <p:spPr>
          <a:xfrm>
            <a:off x="14591659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2D71D46-4A53-319E-4638-A67D5C687F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33FB886-FF57-19AF-0A4D-7E0F975251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6ABE97-4550-BB35-04CE-50B646433E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08863" y="3423967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Visual Studio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A795EA2-9A65-1A47-5947-81E6A1749E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08863" y="4077109"/>
            <a:ext cx="3455024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B7620F3-B2C0-B194-DEA0-149CE70654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96971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GitHub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628C123C-C80D-CEA8-6BA1-E968024294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96971" y="4077109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A9DA79F8-4CAE-1EC4-9373-75963FEE1E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6971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Azure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EE84F26-DA6E-E86D-60BB-B8034F5592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96971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consectetur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BB3A2383-F830-07D8-0764-C882357FB8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418246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VS Code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7859223D-E906-7E6E-E267-7B1ED056B7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18246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4F8004B-C7F7-50CF-E876-8D12402483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09859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Power Platforms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C81BE12-6DEF-E252-19D0-5AD115D0CC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09859" y="4077107"/>
            <a:ext cx="3518818" cy="9168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7EEE600B-D741-33A2-6D31-E2D8D958D1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381375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Customer segments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37CA04C9-8DEF-D303-5413-9657CE5787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381375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58352444-9C3C-333D-00D4-136BD65185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909859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.NET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F1BF7260-F03F-13E9-3B69-7FD308BFAB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909859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BC3F6136-BDBF-22BD-5D85-39FF3E82F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8863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Other open source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5FFCC4BE-9479-50F2-8B22-BDBF731DFC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08862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56C360BD-B8FC-5C93-1072-AF55C43B76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12776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Azure AI Foundry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52C7C83-7936-091F-4439-34CDB5EE11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12775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4161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812F4516-B7BA-BEFA-4780-633BDB5DE2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14C7B3E5-66D1-A923-2396-A692EF097A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C69E8F99-06B4-11A2-9E22-F55894D275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EB211761-62DE-1BD0-0F13-6C9BBD151D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3179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5186AC01-A512-7A5E-6CEE-9289E205EF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996298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0E46BC8D-7839-4E05-7177-5A7D07AFE83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1A3F1DE1-9486-94F9-F8C4-FCA6A366A8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33179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1809FAA8-4438-1292-185B-80CEDAE49B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996298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25BD7DD-2C9A-6B18-7259-5C98CFE5D06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CB8482BC-A013-BCE9-8E5B-C554713CC9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33179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463D4968-8D49-451E-3C9D-FB11A4255B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994732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6E23FF7-BF85-13BC-B407-71A856F118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0061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6575270B-ED3A-F933-53D2-94F8F53C2C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70061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53F97303-5622-B795-499D-0B796A7BF2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0061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E6B6A05E-31B4-B9BA-E1A6-763C8C26F66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33179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ECBBC7AA-4D7B-695B-E49F-77FA353D63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33179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F95B2C93-E980-53CF-8849-C968A0522A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33179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95E56D5D-5992-337A-90C2-56F2C5B5E1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994732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7FD1B92-76A7-558B-C09E-FBA89070A8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94732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2DFB9F47-1CBA-FE2C-4366-0D621D6EC2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94732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9306608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AA1017A-767F-F9B2-E794-B78FEDB678A2}"/>
              </a:ext>
            </a:extLst>
          </p:cNvPr>
          <p:cNvSpPr/>
          <p:nvPr userDrawn="1"/>
        </p:nvSpPr>
        <p:spPr>
          <a:xfrm>
            <a:off x="1143143" y="17526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2AF196B8-1D58-272E-5E41-AE317E99E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3366" y="1100668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6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3600"/>
              </a:lnSpc>
              <a:buNone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Product name</a:t>
            </a:r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A8075CD2-771E-032E-859A-DE98AE8BEE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3366" y="1709000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1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Demo title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8D856E73-025A-E2CE-7E57-D65BA8ABBA6E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7757652" y="1100668"/>
            <a:ext cx="15438898" cy="11440884"/>
          </a:xfrm>
          <a:prstGeom prst="roundRect">
            <a:avLst>
              <a:gd name="adj" fmla="val 3473"/>
            </a:avLst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892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highligh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9073EC8E-C16E-D369-C042-2F3F25A69C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27F304CE-B7B7-2431-1DAA-03E066C9AA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/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F459794F-CF1D-32FA-2AD2-76F3074616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09EF05C4-F9A2-413D-F49D-C452C0BE0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93246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E970A-38F0-9044-9A1F-FB9CF8012B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93246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A947F27F-37AA-5A6B-6FC1-993683EEA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7322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FB3D27F-3AC7-6D93-0F65-54170E7AE8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7322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7FB7A8B-2C5A-EA02-F0D9-15BCE17F50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108929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4FC965F-C728-DFAE-51FC-465EA5E7E4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08929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9267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C6DE723B-B28B-EBC1-6E40-64BC10424C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C53C2B9-339B-B9CA-D594-88D254F805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8043316E-25FB-DE88-AD4F-20F98B3B99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456C768-C982-33C6-7C49-D561398248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1B974D2C-78C7-F41F-50A2-1A7B942FDB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9883040D-98E9-F2A7-257B-F14720A8038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584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E7DEE54-3A47-CB75-F874-A91FD60BB0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0584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26F0B1DE-112E-38F1-6C3B-F0F2C61D4A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584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5E392566-4156-546D-8627-009FDB5AE1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941623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4137E5-8D8D-F109-8E17-8ED6B89B09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941623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2918D071-5763-5909-A6AB-183AEBADCE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941623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6644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623E3780-FEAF-C145-C230-9D3871E7B7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0787" y="2451101"/>
            <a:ext cx="10972801" cy="401720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Azure AI Foundry provides a complete infrastructure for developing AI applications and agents.</a:t>
            </a:r>
          </a:p>
          <a:p>
            <a:pPr marL="0" indent="0" algn="l">
              <a:lnSpc>
                <a:spcPts val="6800"/>
              </a:lnSpc>
              <a:buNone/>
            </a:pPr>
            <a:endParaRPr lang="en-US" sz="2999" kern="0" spc="-60">
              <a:solidFill>
                <a:schemeClr val="bg1"/>
              </a:solidFill>
              <a:latin typeface="Segoe UI Variable Display Semibold" pitchFamily="34" charset="0"/>
              <a:ea typeface="Segoe UI Variable Display Semibold" pitchFamily="34" charset="-122"/>
              <a:cs typeface="Segoe UI Variable Display Semi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79859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- plai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323E9C-20E1-B4DE-5B0A-AF0EE813E3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0882" y="4306094"/>
            <a:ext cx="11674476" cy="51038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4999" b="0" i="0" kern="0" spc="-6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pc="-60"/>
              <a:t>A large statement looks great with 10 words or less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16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12F7974-15CA-0119-418A-955F7FE838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60015" y="1705191"/>
            <a:ext cx="9721868" cy="263821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The new Visual Studio 18 has even more collaboration and smart features</a:t>
            </a:r>
            <a:endParaRPr lang="en-US" sz="2999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F7779C9-1927-0E1A-FFAF-4EA7EB2F7E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0015" y="1023296"/>
            <a:ext cx="9721868" cy="6350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400" b="0" i="0" kern="0" spc="-28" dirty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Caption</a:t>
            </a:r>
            <a:endParaRPr lang="en-US" sz="1400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225ACA3-70FE-0BE6-8FFA-6578279A50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49879" y="4620708"/>
            <a:ext cx="8877892" cy="365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2"/>
                </a:solidFill>
                <a:latin typeface="Aptos" panose="020B00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kern="0" spc="-24">
                <a:latin typeface="Segoe UI Variable Display Semibold" pitchFamily="34" charset="0"/>
              </a:rPr>
              <a:t>Azure AI Foundry dolor sit </a:t>
            </a:r>
            <a:r>
              <a:rPr lang="en-US" kern="0" spc="-24" err="1">
                <a:latin typeface="Segoe UI Variable Display Semibold" pitchFamily="34" charset="0"/>
              </a:rPr>
              <a:t>amet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consectetur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adipiscing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elit</a:t>
            </a:r>
            <a:r>
              <a:rPr lang="en-US" kern="0" spc="-24">
                <a:latin typeface="Segoe UI Variable Display Semibold" pitchFamily="34" charset="0"/>
              </a:rPr>
              <a:t>, sed do </a:t>
            </a:r>
            <a:r>
              <a:rPr lang="en-US" kern="0" spc="-24" err="1">
                <a:latin typeface="Segoe UI Variable Display Semibold" pitchFamily="34" charset="0"/>
              </a:rPr>
              <a:t>eiusmod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tempor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incididunt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labore et dolore magna </a:t>
            </a:r>
            <a:r>
              <a:rPr lang="en-US" kern="0" spc="-24" err="1">
                <a:latin typeface="Segoe UI Variable Display Semibold" pitchFamily="34" charset="0"/>
              </a:rPr>
              <a:t>aliqua</a:t>
            </a:r>
            <a:r>
              <a:rPr lang="en-US" kern="0" spc="-24">
                <a:latin typeface="Segoe UI Variable Display Semibold" pitchFamily="34" charset="0"/>
              </a:rPr>
              <a:t>. Ut </a:t>
            </a:r>
            <a:r>
              <a:rPr lang="en-US" kern="0" spc="-24" err="1">
                <a:latin typeface="Segoe UI Variable Display Semibold" pitchFamily="34" charset="0"/>
              </a:rPr>
              <a:t>enim</a:t>
            </a:r>
            <a:r>
              <a:rPr lang="en-US" kern="0" spc="-24">
                <a:latin typeface="Segoe UI Variable Display Semibold" pitchFamily="34" charset="0"/>
              </a:rPr>
              <a:t> ad minim </a:t>
            </a:r>
            <a:r>
              <a:rPr lang="en-US" kern="0" spc="-24" err="1">
                <a:latin typeface="Segoe UI Variable Display Semibold" pitchFamily="34" charset="0"/>
              </a:rPr>
              <a:t>veniam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quis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nostrud</a:t>
            </a:r>
            <a:r>
              <a:rPr lang="en-US" kern="0" spc="-24">
                <a:latin typeface="Segoe UI Variable Display Semibold" pitchFamily="34" charset="0"/>
              </a:rPr>
              <a:t> exercitation </a:t>
            </a:r>
            <a:r>
              <a:rPr lang="en-US" kern="0" spc="-24" err="1">
                <a:latin typeface="Segoe UI Variable Display Semibold" pitchFamily="34" charset="0"/>
              </a:rPr>
              <a:t>ullamco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laboris</a:t>
            </a:r>
            <a:r>
              <a:rPr lang="en-US" kern="0" spc="-24">
                <a:latin typeface="Segoe UI Variable Display Semibold" pitchFamily="34" charset="0"/>
              </a:rPr>
              <a:t> nisi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aliquip</a:t>
            </a:r>
            <a:r>
              <a:rPr lang="en-US" kern="0" spc="-24">
                <a:latin typeface="Segoe UI Variable Display Semibold" pitchFamily="34" charset="0"/>
              </a:rPr>
              <a:t> ex </a:t>
            </a:r>
            <a:r>
              <a:rPr lang="en-US" kern="0" spc="-24" err="1">
                <a:latin typeface="Segoe UI Variable Display Semibold" pitchFamily="34" charset="0"/>
              </a:rPr>
              <a:t>ea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commodo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consequat</a:t>
            </a:r>
            <a:r>
              <a:rPr lang="en-US" kern="0" spc="-24">
                <a:latin typeface="Segoe UI Variable Display Semibold" pitchFamily="34" charset="0"/>
              </a:rPr>
              <a:t>.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093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018E0206-ABFD-233B-CA82-D4589F7C8D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7377" y="6096226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Section title</a:t>
            </a:r>
            <a:endParaRPr lang="en-US" sz="4999">
              <a:solidFill>
                <a:schemeClr val="bg1"/>
              </a:solidFill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3293E78D-709C-33A8-2CDF-C6266EB45D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39105" y="6096226"/>
            <a:ext cx="1553370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5399"/>
              </a:lnSpc>
              <a:buNone/>
              <a:defRPr lang="en-US" sz="4999" b="0" i="0" kern="0" spc="-200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4999" kern="0" spc="-20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01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604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530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6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AE8FFB8-AD83-E95E-37C6-3D334A0B290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2208210"/>
            <a:ext cx="3251623" cy="1828800"/>
            <a:chOff x="0" y="0"/>
            <a:chExt cx="205740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417764-E64C-0FD3-4B50-B3AC779683DB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221984" fontAlgn="base">
                <a:spcBef>
                  <a:spcPct val="0"/>
                </a:spcBef>
                <a:spcAft>
                  <a:spcPct val="0"/>
                </a:spcAft>
              </a:pPr>
              <a:endParaRPr lang="en-US" sz="476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557B51-36CF-AE06-6DE8-82ACAB946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0"/>
              <a:ext cx="20574000" cy="6858000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F5EA9A8B-89D0-947D-C76B-555C20C9BC95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221984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76" b="0" i="0" u="none" strike="noStrike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934964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65149D-A1B8-B2D3-E953-FB60BFD09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730251"/>
            <a:ext cx="21034374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02972-5B2C-F932-B3DB-C2BACEB77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1" y="3651250"/>
            <a:ext cx="21034374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477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714" r:id="rId2"/>
    <p:sldLayoutId id="2147483677" r:id="rId3"/>
    <p:sldLayoutId id="2147483716" r:id="rId4"/>
    <p:sldLayoutId id="2147483718" r:id="rId5"/>
    <p:sldLayoutId id="2147483717" r:id="rId6"/>
    <p:sldLayoutId id="2147483720" r:id="rId7"/>
    <p:sldLayoutId id="2147483719" r:id="rId8"/>
    <p:sldLayoutId id="2147483715" r:id="rId9"/>
    <p:sldLayoutId id="2147483679" r:id="rId10"/>
    <p:sldLayoutId id="2147483680" r:id="rId11"/>
    <p:sldLayoutId id="2147483711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13" r:id="rId35"/>
  </p:sldLayoutIdLst>
  <p:hf sldNum="0" hdr="0" ftr="0" dt="0"/>
  <p:txStyles>
    <p:titleStyle>
      <a:lvl1pPr algn="l" defTabSz="457109" rtl="0" eaLnBrk="1" latinLnBrk="0" hangingPunct="1">
        <a:spcBef>
          <a:spcPct val="0"/>
        </a:spcBef>
        <a:buNone/>
        <a:defRPr sz="2999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16" indent="-171416" algn="l" defTabSz="4571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371401" indent="-142846" algn="l" defTabSz="45710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571386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799940" indent="-114277" algn="l" defTabSz="457109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1028494" indent="-114277" algn="l" defTabSz="457109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1257049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603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Costruire e orchestrare sistemi multi-agent con Microsoft Agent Framework</a:t>
            </a:r>
          </a:p>
        </p:txBody>
      </p:sp>
      <p:pic>
        <p:nvPicPr>
          <p:cNvPr id="3" name="Banner for Costruire e orchestrare sistemi multi-agent con Microsoft Agent Framework by Alessandro Mengol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24387175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Costruire e orchestrare sistemi multi-agent con Microsoft Agent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Costruire e orchestrare sistemi multi-agent con Microsoft Agent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Costruire e orchestrare sistemi multi-agent con Microsoft Agent Framewo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3"/>
          <a:srcRect l="1854" r="1854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Costruire e orchestrare sistemi multi-agent con Microsoft Agent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000000"/>
      </a:dk1>
      <a:lt1>
        <a:srgbClr val="FEFFFE"/>
      </a:lt1>
      <a:dk2>
        <a:srgbClr val="1F1E32"/>
      </a:dk2>
      <a:lt2>
        <a:srgbClr val="A5A6A6"/>
      </a:lt2>
      <a:accent1>
        <a:srgbClr val="5728DC"/>
      </a:accent1>
      <a:accent2>
        <a:srgbClr val="0B6BFF"/>
      </a:accent2>
      <a:accent3>
        <a:srgbClr val="D600AA"/>
      </a:accent3>
      <a:accent4>
        <a:srgbClr val="EEEAFA"/>
      </a:accent4>
      <a:accent5>
        <a:srgbClr val="B9AAEE"/>
      </a:accent5>
      <a:accent6>
        <a:srgbClr val="9DC3FF"/>
      </a:accent6>
      <a:hlink>
        <a:srgbClr val="800066"/>
      </a:hlink>
      <a:folHlink>
        <a:srgbClr val="EF99DD"/>
      </a:folHlink>
    </a:clrScheme>
    <a:fontScheme name="dotnet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4895</TotalTime>
  <Words>55</Words>
  <Application>Microsoft Office PowerPoint</Application>
  <PresentationFormat>Custom</PresentationFormat>
  <Paragraphs>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Segoe UI Variable Text Semibold</vt:lpstr>
      <vt:lpstr>Aptos</vt:lpstr>
      <vt:lpstr>Segoe UI Variable Display Semibold</vt:lpstr>
      <vt:lpstr>Wingdings</vt:lpstr>
      <vt:lpstr>Segoe UI Variable Display</vt:lpstr>
      <vt:lpstr>Poppins</vt:lpstr>
      <vt:lpstr>Segoe UI Variable Display Semib</vt:lpstr>
      <vt:lpstr>Calibri</vt:lpstr>
      <vt:lpstr>Segoe UI</vt:lpstr>
      <vt:lpstr>1_Office Theme</vt:lpstr>
      <vt:lpstr>Session Banner - Costruire e orchestrare sistemi multi-agent con Microsoft Agent Framework</vt:lpstr>
      <vt:lpstr>Event Sponsors</vt:lpstr>
      <vt:lpstr>Costruire e orchestrare sistemi multi-agent con Microsoft Agent Framework</vt:lpstr>
      <vt:lpstr>Demo: Costruire e orchestrare sistemi multi-agent con Microsoft Agent Framework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Costruire e orchestrare sistemi multi-agent con Microsoft Agent Framework</dc:title>
  <dc:subject>Conference session: Costruire e orchestrare sistemi multi-agent con Microsoft Agent Framework</dc:subject>
  <dc:creator/>
  <cp:lastModifiedBy>Ivan Persiani</cp:lastModifiedBy>
  <cp:revision>21</cp:revision>
  <dcterms:created xsi:type="dcterms:W3CDTF">2025-12-02T20:49:58Z</dcterms:created>
  <dcterms:modified xsi:type="dcterms:W3CDTF">2026-01-28T20:56:45Z</dcterms:modified>
</cp:coreProperties>
</file>
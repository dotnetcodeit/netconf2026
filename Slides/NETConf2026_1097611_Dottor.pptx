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76" r:id="rId1"/>
  </p:sldMasterIdLst>
  <p:notesMasterIdLst>
    <p:notesMasterId r:id="rId8"/>
  </p:notesMasterIdLst>
  <p:sldIdLst>
    <p:sldId id="256" r:id="rId2"/>
    <p:sldId id="258" r:id="rId3"/>
    <p:sldId id="259" r:id="rId4"/>
    <p:sldId id="260" r:id="rId5"/>
    <p:sldId id="261" r:id="rId6"/>
    <p:sldId id="262" r:id="rId7"/>
  </p:sldIdLst>
  <p:sldSz cx="24387175" cy="13716000"/>
  <p:notesSz cx="13716000" cy="24387175"/>
  <p:embeddedFontLst>
    <p:embeddedFont>
      <p:font typeface="Poppins" panose="00000500000000000000" pitchFamily="2" charset="0"/>
      <p:regular r:id="rId9"/>
      <p:bold r:id="rId10"/>
      <p:italic r:id="rId11"/>
      <p:boldItalic r:id="rId12"/>
    </p:embeddedFont>
    <p:embeddedFont>
      <p:font typeface="Segoe UI" panose="020B0502040204020203" pitchFamily="34" charset="0"/>
      <p:regular r:id="rId13"/>
      <p:bold r:id="rId14"/>
      <p:italic r:id="rId15"/>
      <p:boldItalic r:id="rId16"/>
    </p:embeddedFont>
    <p:embeddedFont>
      <p:font typeface="Segoe UI Variable Display" pitchFamily="2" charset="0"/>
      <p:regular r:id="rId17"/>
      <p:bold r:id="rId18"/>
    </p:embeddedFont>
    <p:embeddedFont>
      <p:font typeface="Segoe UI Variable Display Semib" pitchFamily="2" charset="0"/>
      <p:bold r:id="rId19"/>
    </p:embeddedFont>
    <p:embeddedFont>
      <p:font typeface="Segoe UI Variable Display Semibold" pitchFamily="2" charset="0"/>
      <p:bold r:id="rId20"/>
    </p:embeddedFont>
    <p:embeddedFont>
      <p:font typeface="Segoe UI Variable Text Semibold" pitchFamily="2" charset="0"/>
      <p:bold r:id="rId21"/>
    </p:embeddedFont>
  </p:embeddedFontLst>
  <p:defaultTextStyle>
    <a:lvl1pPr marL="0" algn="l" defTabSz="91426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31" algn="l" defTabSz="91426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64" algn="l" defTabSz="91426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95" algn="l" defTabSz="91426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525" algn="l" defTabSz="91426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656" algn="l" defTabSz="91426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789" algn="l" defTabSz="91426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920" algn="l" defTabSz="91426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051" algn="l" defTabSz="91426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F68D8"/>
    <a:srgbClr val="4828C8"/>
    <a:srgbClr val="EDEFF0"/>
    <a:srgbClr val="1F1E32"/>
    <a:srgbClr val="510003"/>
    <a:srgbClr val="363547"/>
    <a:srgbClr val="FF89E7"/>
    <a:srgbClr val="7931EB"/>
    <a:srgbClr val="752FE9"/>
    <a:srgbClr val="2F2C46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96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0" d="100"/>
          <a:sy n="50" d="100"/>
        </p:scale>
        <p:origin x="66" y="852"/>
      </p:cViewPr>
      <p:guideLst>
        <p:guide orient="horz" pos="4320"/>
        <p:guide pos="768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35" d="100"/>
          <a:sy n="35" d="100"/>
        </p:scale>
        <p:origin x="4146" y="13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26" Type="http://schemas.microsoft.com/office/2018/10/relationships/authors" Target="authors.xml"/><Relationship Id="rId3" Type="http://schemas.openxmlformats.org/officeDocument/2006/relationships/slide" Target="slides/slide2.xml"/><Relationship Id="rId21" Type="http://schemas.openxmlformats.org/officeDocument/2006/relationships/font" Target="fonts/font13.fntdata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23" Type="http://schemas.openxmlformats.org/officeDocument/2006/relationships/viewProps" Target="viewProps.xml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7649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26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31" algn="l" defTabSz="91426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264" algn="l" defTabSz="91426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395" algn="l" defTabSz="91426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525" algn="l" defTabSz="91426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656" algn="l" defTabSz="91426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789" algn="l" defTabSz="91426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9920" algn="l" defTabSz="91426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051" algn="l" defTabSz="91426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7681" userDrawn="1">
          <p15:clr>
            <a:srgbClr val="F26B43"/>
          </p15:clr>
        </p15:guide>
        <p15:guide id="2" pos="432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gradFill>
          <a:gsLst>
            <a:gs pos="0">
              <a:srgbClr val="0657B2"/>
            </a:gs>
            <a:gs pos="100000">
              <a:srgbClr val="1E0756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7B5EEFF-2BB5-A52C-260D-554CFB7069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4387175" cy="2648296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B2202B6-F7AE-4B3E-3EEE-7AD38C243F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88059" y="1041400"/>
            <a:ext cx="11658600" cy="1828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7499"/>
              </a:lnSpc>
              <a:buNone/>
              <a:defRPr lang="en-US" sz="7499" b="1" i="0" kern="0" spc="-375" dirty="0" smtClean="0">
                <a:solidFill>
                  <a:schemeClr val="bg1"/>
                </a:solidFill>
                <a:latin typeface="+mj-lt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  <a:p>
            <a:pPr lvl="0"/>
            <a:endParaRPr lang="en-US"/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D6E4B5D0-1A1D-7256-DDEF-FFD34D9EC12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88059" y="2921000"/>
            <a:ext cx="11658600" cy="1828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7499"/>
              </a:lnSpc>
              <a:buNone/>
              <a:defRPr lang="en-US" sz="7499" b="0" i="0" kern="0" spc="-375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58028D-48E9-F953-AF99-287F28B4BC9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70318" y="1041400"/>
            <a:ext cx="1828800" cy="1828800"/>
          </a:xfrm>
          <a:prstGeom prst="rect">
            <a:avLst/>
          </a:prstGeom>
        </p:spPr>
      </p:pic>
      <p:pic>
        <p:nvPicPr>
          <p:cNvPr id="3" name="Picture 2" descr="A purple object with light beams">
            <a:extLst>
              <a:ext uri="{FF2B5EF4-FFF2-40B4-BE49-F238E27FC236}">
                <a16:creationId xmlns:a16="http://schemas.microsoft.com/office/drawing/2014/main" id="{B95DBEA6-A735-B2EF-582C-219438B2AB0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22730" y="3835400"/>
            <a:ext cx="24387175" cy="95548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0DCCD92-C47B-400E-9B92-86C7C0DC3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1" y="-2923829"/>
            <a:ext cx="21034374" cy="2651126"/>
          </a:xfrm>
        </p:spPr>
        <p:txBody>
          <a:bodyPr/>
          <a:lstStyle>
            <a:lvl1pPr>
              <a:defRPr sz="1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9528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eme 6 -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F518B-6B16-2D11-5EAA-FA368B9EF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090" y="-6961851"/>
            <a:ext cx="21034374" cy="769442"/>
          </a:xfrm>
        </p:spPr>
        <p:txBody>
          <a:bodyPr/>
          <a:lstStyle>
            <a:lvl1pPr>
              <a:defRPr sz="45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pic>
        <p:nvPicPr>
          <p:cNvPr id="9" name="Picture 10" descr="Unikey">
            <a:extLst>
              <a:ext uri="{FF2B5EF4-FFF2-40B4-BE49-F238E27FC236}">
                <a16:creationId xmlns:a16="http://schemas.microsoft.com/office/drawing/2014/main" id="{895D3092-4704-59CF-D966-4DB70658CC3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5775" y="10738537"/>
            <a:ext cx="2628998" cy="2628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Microsoft">
            <a:extLst>
              <a:ext uri="{FF2B5EF4-FFF2-40B4-BE49-F238E27FC236}">
                <a16:creationId xmlns:a16="http://schemas.microsoft.com/office/drawing/2014/main" id="{FEA279E3-9DC4-A946-33B1-EB9556CE136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7623" y="317472"/>
            <a:ext cx="9688923" cy="4844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CasellaDiTesto 9">
            <a:extLst>
              <a:ext uri="{FF2B5EF4-FFF2-40B4-BE49-F238E27FC236}">
                <a16:creationId xmlns:a16="http://schemas.microsoft.com/office/drawing/2014/main" id="{263D6C54-4ACC-FEEE-2871-08583EFBB6A6}"/>
              </a:ext>
            </a:extLst>
          </p:cNvPr>
          <p:cNvSpPr txBox="1"/>
          <p:nvPr userDrawn="1"/>
        </p:nvSpPr>
        <p:spPr>
          <a:xfrm>
            <a:off x="-1480" y="406517"/>
            <a:ext cx="2438865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4400" b="1" i="0" dirty="0">
                <a:solidFill>
                  <a:srgbClr val="80808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Platinum</a:t>
            </a:r>
            <a:r>
              <a:rPr lang="it-IT" sz="4400" b="1" i="0" dirty="0">
                <a:solidFill>
                  <a:srgbClr val="E02B2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it-IT" sz="4400" b="1" i="0" dirty="0">
                <a:solidFill>
                  <a:schemeClr val="accent6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Sponsor</a:t>
            </a:r>
            <a:endParaRPr lang="it-IT" sz="4400" dirty="0">
              <a:solidFill>
                <a:schemeClr val="accent6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CasellaDiTesto 12">
            <a:extLst>
              <a:ext uri="{FF2B5EF4-FFF2-40B4-BE49-F238E27FC236}">
                <a16:creationId xmlns:a16="http://schemas.microsoft.com/office/drawing/2014/main" id="{D588524C-EB42-813B-80DA-DAEB1FA5DE43}"/>
              </a:ext>
            </a:extLst>
          </p:cNvPr>
          <p:cNvSpPr txBox="1"/>
          <p:nvPr userDrawn="1"/>
        </p:nvSpPr>
        <p:spPr>
          <a:xfrm>
            <a:off x="4058851" y="5678519"/>
            <a:ext cx="434536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4400" b="1" i="0" dirty="0">
                <a:solidFill>
                  <a:srgbClr val="80808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Gold</a:t>
            </a:r>
            <a:r>
              <a:rPr lang="it-IT" sz="4400" b="1" i="0" dirty="0">
                <a:solidFill>
                  <a:srgbClr val="E02B2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it-IT" sz="4400" b="1" i="0" dirty="0">
                <a:solidFill>
                  <a:schemeClr val="accent6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Sponsor</a:t>
            </a:r>
            <a:endParaRPr lang="it-IT" sz="4400" dirty="0">
              <a:solidFill>
                <a:schemeClr val="accent6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CasellaDiTesto 15">
            <a:extLst>
              <a:ext uri="{FF2B5EF4-FFF2-40B4-BE49-F238E27FC236}">
                <a16:creationId xmlns:a16="http://schemas.microsoft.com/office/drawing/2014/main" id="{B17242DD-281D-7EC2-EFB0-476B068262DF}"/>
              </a:ext>
            </a:extLst>
          </p:cNvPr>
          <p:cNvSpPr txBox="1"/>
          <p:nvPr userDrawn="1"/>
        </p:nvSpPr>
        <p:spPr>
          <a:xfrm>
            <a:off x="7835750" y="10381845"/>
            <a:ext cx="841069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4400" b="1" i="0" dirty="0">
                <a:solidFill>
                  <a:srgbClr val="80808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Technical</a:t>
            </a:r>
            <a:r>
              <a:rPr lang="it-IT" sz="4400" b="1" i="0" dirty="0">
                <a:solidFill>
                  <a:srgbClr val="E02B2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it-IT" sz="4400" b="1" i="0" dirty="0">
                <a:solidFill>
                  <a:schemeClr val="accent6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Sponsor</a:t>
            </a:r>
            <a:endParaRPr lang="it-IT" sz="4400" dirty="0">
              <a:solidFill>
                <a:schemeClr val="accent6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Immagine 6">
            <a:extLst>
              <a:ext uri="{FF2B5EF4-FFF2-40B4-BE49-F238E27FC236}">
                <a16:creationId xmlns:a16="http://schemas.microsoft.com/office/drawing/2014/main" id="{E41C02AC-210E-41AA-5358-942034662DF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6284451"/>
            <a:ext cx="6598897" cy="3299450"/>
          </a:xfrm>
          <a:prstGeom prst="rect">
            <a:avLst/>
          </a:prstGeom>
        </p:spPr>
      </p:pic>
      <p:pic>
        <p:nvPicPr>
          <p:cNvPr id="1028" name="Picture 4" descr="JetBrains">
            <a:extLst>
              <a:ext uri="{FF2B5EF4-FFF2-40B4-BE49-F238E27FC236}">
                <a16:creationId xmlns:a16="http://schemas.microsoft.com/office/drawing/2014/main" id="{147607E8-4C50-C46C-B5CA-F4C7794A374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0876" y="9970553"/>
            <a:ext cx="4164964" cy="4164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1" descr="A black and grey text on a black background&#10;&#10;AI-generated content may be incorrect.">
            <a:extLst>
              <a:ext uri="{FF2B5EF4-FFF2-40B4-BE49-F238E27FC236}">
                <a16:creationId xmlns:a16="http://schemas.microsoft.com/office/drawing/2014/main" id="{D93316AD-C5B1-7C42-9B97-95100F27FD3B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07612" y="6168829"/>
            <a:ext cx="3725323" cy="3725324"/>
          </a:xfrm>
          <a:prstGeom prst="rect">
            <a:avLst/>
          </a:prstGeom>
        </p:spPr>
      </p:pic>
      <p:pic>
        <p:nvPicPr>
          <p:cNvPr id="24" name="Picture 23" descr="key2 next">
            <a:extLst>
              <a:ext uri="{FF2B5EF4-FFF2-40B4-BE49-F238E27FC236}">
                <a16:creationId xmlns:a16="http://schemas.microsoft.com/office/drawing/2014/main" id="{83FA232E-0ECB-3875-10B7-FD66EA274B46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64165" y="317472"/>
            <a:ext cx="5435388" cy="5435388"/>
          </a:xfrm>
          <a:prstGeom prst="rect">
            <a:avLst/>
          </a:prstGeom>
        </p:spPr>
      </p:pic>
      <p:sp>
        <p:nvSpPr>
          <p:cNvPr id="25" name="CasellaDiTesto 12">
            <a:extLst>
              <a:ext uri="{FF2B5EF4-FFF2-40B4-BE49-F238E27FC236}">
                <a16:creationId xmlns:a16="http://schemas.microsoft.com/office/drawing/2014/main" id="{1E3B0894-D4F0-E865-1D93-93309669A65B}"/>
              </a:ext>
            </a:extLst>
          </p:cNvPr>
          <p:cNvSpPr txBox="1"/>
          <p:nvPr userDrawn="1"/>
        </p:nvSpPr>
        <p:spPr>
          <a:xfrm>
            <a:off x="17105106" y="5678519"/>
            <a:ext cx="434536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4400" b="1" i="0" dirty="0">
                <a:solidFill>
                  <a:srgbClr val="80808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Silver</a:t>
            </a:r>
            <a:r>
              <a:rPr lang="it-IT" sz="4400" b="1" i="0" dirty="0">
                <a:solidFill>
                  <a:srgbClr val="E02B2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it-IT" sz="4400" b="1" i="0" dirty="0">
                <a:solidFill>
                  <a:schemeClr val="accent6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Sponsor</a:t>
            </a:r>
            <a:endParaRPr lang="it-IT" sz="4400" dirty="0">
              <a:solidFill>
                <a:schemeClr val="accent6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7" name="Immagine 42" descr="Immagine che contiene testo, clipart, grafica vettoriale, segnale&#10;&#10;Descrizione generata automaticamente">
            <a:extLst>
              <a:ext uri="{FF2B5EF4-FFF2-40B4-BE49-F238E27FC236}">
                <a16:creationId xmlns:a16="http://schemas.microsoft.com/office/drawing/2014/main" id="{9493836D-9429-61ED-0261-F39DDC859940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2055" y="11413595"/>
            <a:ext cx="1278880" cy="1278882"/>
          </a:xfrm>
          <a:prstGeom prst="rect">
            <a:avLst/>
          </a:prstGeom>
        </p:spPr>
      </p:pic>
      <p:pic>
        <p:nvPicPr>
          <p:cNvPr id="1026" name="Picture 2" descr="Sibylla">
            <a:extLst>
              <a:ext uri="{FF2B5EF4-FFF2-40B4-BE49-F238E27FC236}">
                <a16:creationId xmlns:a16="http://schemas.microsoft.com/office/drawing/2014/main" id="{C18B1735-8380-C0DE-DB8F-23AB1FE24D9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7647" y="6284451"/>
            <a:ext cx="6598899" cy="3299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Nubis">
            <a:extLst>
              <a:ext uri="{FF2B5EF4-FFF2-40B4-BE49-F238E27FC236}">
                <a16:creationId xmlns:a16="http://schemas.microsoft.com/office/drawing/2014/main" id="{4E9AF778-57F4-6FEB-4B6A-E9611DD6B4B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03482" y="6858000"/>
            <a:ext cx="4693964" cy="23469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877941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5704" userDrawn="1">
          <p15:clr>
            <a:srgbClr val="FBAE40"/>
          </p15:clr>
        </p15:guide>
        <p15:guide id="2" pos="7681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accent5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9306B-43D5-FD53-A0D2-6DC62FCF1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7877749"/>
            <a:ext cx="21034374" cy="265112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CC964B-7385-3EB7-93B8-43314ED38AC3}"/>
              </a:ext>
            </a:extLst>
          </p:cNvPr>
          <p:cNvSpPr txBox="1"/>
          <p:nvPr userDrawn="1"/>
        </p:nvSpPr>
        <p:spPr>
          <a:xfrm>
            <a:off x="4507831" y="2053391"/>
            <a:ext cx="156250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40989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title">
    <p:bg>
      <p:bgPr>
        <a:solidFill>
          <a:schemeClr val="accent5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B84EBE4-D76E-246F-EA29-FA79222DA5F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621500" y="8761414"/>
            <a:ext cx="4383087" cy="4383088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9FCE68D2-356F-3E74-E9CA-AF735F342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4451" y="-6761931"/>
            <a:ext cx="21034374" cy="2651126"/>
          </a:xfrm>
        </p:spPr>
        <p:txBody>
          <a:bodyPr/>
          <a:lstStyle>
            <a:lvl1pPr>
              <a:defRPr sz="1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pic>
        <p:nvPicPr>
          <p:cNvPr id="10" name="Picture 9" descr="Q&amp;A">
            <a:extLst>
              <a:ext uri="{FF2B5EF4-FFF2-40B4-BE49-F238E27FC236}">
                <a16:creationId xmlns:a16="http://schemas.microsoft.com/office/drawing/2014/main" id="{585E05D6-D48A-1759-D804-3F777123A52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1009" y="1981200"/>
            <a:ext cx="14630401" cy="97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07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title">
    <p:bg>
      <p:bgPr>
        <a:solidFill>
          <a:schemeClr val="accent5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B84EBE4-D76E-246F-EA29-FA79222DA5F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621500" y="8761414"/>
            <a:ext cx="4383087" cy="4383088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9FCE68D2-356F-3E74-E9CA-AF735F342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4451" y="-6761931"/>
            <a:ext cx="21034374" cy="2651126"/>
          </a:xfrm>
        </p:spPr>
        <p:txBody>
          <a:bodyPr/>
          <a:lstStyle>
            <a:lvl1pPr>
              <a:defRPr sz="1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pic>
        <p:nvPicPr>
          <p:cNvPr id="5" name="Picture 4" descr="A purple and white rectangle with white text&#10;&#10;AI-generated content may be incorrect.">
            <a:extLst>
              <a:ext uri="{FF2B5EF4-FFF2-40B4-BE49-F238E27FC236}">
                <a16:creationId xmlns:a16="http://schemas.microsoft.com/office/drawing/2014/main" id="{D0C65B95-4AAB-B4A2-23ED-B45D469F44A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8387" y="2310580"/>
            <a:ext cx="14630401" cy="97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8669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Quote">
    <p:bg>
      <p:bgPr>
        <a:solidFill>
          <a:schemeClr val="accent5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B6C60A8-61BC-D120-0421-43C1EA9CB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1" y="-4860925"/>
            <a:ext cx="21034374" cy="2651126"/>
          </a:xfrm>
        </p:spPr>
        <p:txBody>
          <a:bodyPr/>
          <a:lstStyle>
            <a:lvl1pPr>
              <a:defRPr sz="1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pic>
        <p:nvPicPr>
          <p:cNvPr id="5" name="Picture 4" descr="A purple text on a black background&#10;&#10;AI-generated content may be incorrect.">
            <a:extLst>
              <a:ext uri="{FF2B5EF4-FFF2-40B4-BE49-F238E27FC236}">
                <a16:creationId xmlns:a16="http://schemas.microsoft.com/office/drawing/2014/main" id="{2C9C464F-D8DF-1928-3119-9285618FAF8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10375" y="2209800"/>
            <a:ext cx="14630401" cy="9753600"/>
          </a:xfrm>
          <a:prstGeom prst="rect">
            <a:avLst/>
          </a:prstGeom>
        </p:spPr>
      </p:pic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9A89C87D-7298-375E-7F8B-FAE75F4AF924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13045722" y="1143000"/>
            <a:ext cx="11006137" cy="11430000"/>
          </a:xfrm>
          <a:prstGeom prst="roundRect">
            <a:avLst>
              <a:gd name="adj" fmla="val 4278"/>
            </a:avLst>
          </a:prstGeom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8849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Quote">
    <p:bg>
      <p:bgPr>
        <a:solidFill>
          <a:schemeClr val="accent5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>
            <a:extLst>
              <a:ext uri="{FF2B5EF4-FFF2-40B4-BE49-F238E27FC236}">
                <a16:creationId xmlns:a16="http://schemas.microsoft.com/office/drawing/2014/main" id="{33991042-45E3-AC3E-E3DE-438E7FE38C79}"/>
              </a:ext>
            </a:extLst>
          </p:cNvPr>
          <p:cNvSpPr/>
          <p:nvPr userDrawn="1"/>
        </p:nvSpPr>
        <p:spPr>
          <a:xfrm>
            <a:off x="1143146" y="1752600"/>
            <a:ext cx="10923364" cy="25908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450" b="0" i="0">
              <a:latin typeface="Poppins" pitchFamily="2" charset="77"/>
            </a:endParaRPr>
          </a:p>
        </p:txBody>
      </p:sp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9A89C87D-7298-375E-7F8B-FAE75F4AF924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12320588" y="1143000"/>
            <a:ext cx="11006137" cy="11430000"/>
          </a:xfrm>
          <a:prstGeom prst="roundRect">
            <a:avLst>
              <a:gd name="adj" fmla="val 4278"/>
            </a:avLst>
          </a:prstGeom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042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ank you">
    <p:bg>
      <p:bgPr>
        <a:solidFill>
          <a:schemeClr val="accent5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9">
            <a:extLst>
              <a:ext uri="{FF2B5EF4-FFF2-40B4-BE49-F238E27FC236}">
                <a16:creationId xmlns:a16="http://schemas.microsoft.com/office/drawing/2014/main" id="{D1DA0781-BBE4-E3D7-52FC-37514CB1178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39107" y="6078642"/>
            <a:ext cx="7010401" cy="1289312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0800"/>
              </a:lnSpc>
              <a:buNone/>
              <a:defRPr lang="en-US" sz="4999" b="0" i="0" kern="0" spc="-60" dirty="0" smtClean="0">
                <a:solidFill>
                  <a:srgbClr val="0F0F0F">
                    <a:alpha val="100000"/>
                  </a:srgb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indent="0" algn="l">
              <a:lnSpc>
                <a:spcPts val="10800"/>
              </a:lnSpc>
              <a:buNone/>
            </a:pPr>
            <a:r>
              <a:rPr lang="en-US" sz="4999" kern="0" spc="-200" dirty="0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Thank you</a:t>
            </a:r>
            <a:endParaRPr lang="en-US" sz="4999" dirty="0">
              <a:solidFill>
                <a:schemeClr val="bg1"/>
              </a:solidFill>
            </a:endParaRPr>
          </a:p>
        </p:txBody>
      </p:sp>
      <p:pic>
        <p:nvPicPr>
          <p:cNvPr id="15" name="Picture 14" descr="A purple square object with white text&#10;&#10;AI-generated content may be incorrect.">
            <a:extLst>
              <a:ext uri="{FF2B5EF4-FFF2-40B4-BE49-F238E27FC236}">
                <a16:creationId xmlns:a16="http://schemas.microsoft.com/office/drawing/2014/main" id="{93B04985-6D98-3A22-ECB5-A16BB5BB940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9174" y="1714500"/>
            <a:ext cx="18288001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091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eature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>
            <a:extLst>
              <a:ext uri="{FF2B5EF4-FFF2-40B4-BE49-F238E27FC236}">
                <a16:creationId xmlns:a16="http://schemas.microsoft.com/office/drawing/2014/main" id="{0256E2F0-88DF-8BF3-796F-C770A5748766}"/>
              </a:ext>
            </a:extLst>
          </p:cNvPr>
          <p:cNvSpPr/>
          <p:nvPr userDrawn="1"/>
        </p:nvSpPr>
        <p:spPr>
          <a:xfrm>
            <a:off x="1143146" y="1752600"/>
            <a:ext cx="10923364" cy="25908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450" b="0" i="0">
              <a:latin typeface="Poppins" pitchFamily="2" charset="77"/>
            </a:endParaRPr>
          </a:p>
        </p:txBody>
      </p:sp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C5D96AC6-FF2D-F8C1-0CBC-D11DD057F032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12320588" y="1143000"/>
            <a:ext cx="11006137" cy="11430000"/>
          </a:xfrm>
          <a:prstGeom prst="roundRect">
            <a:avLst>
              <a:gd name="adj" fmla="val 4278"/>
            </a:avLst>
          </a:prstGeom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0AD7D79-F2DC-15FF-44E4-445EA3A77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1" y="-4225207"/>
            <a:ext cx="21034374" cy="2651126"/>
          </a:xfrm>
        </p:spPr>
        <p:txBody>
          <a:bodyPr/>
          <a:lstStyle>
            <a:lvl1pPr>
              <a:defRPr sz="1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6" name="CasellaDiTesto 9">
            <a:extLst>
              <a:ext uri="{FF2B5EF4-FFF2-40B4-BE49-F238E27FC236}">
                <a16:creationId xmlns:a16="http://schemas.microsoft.com/office/drawing/2014/main" id="{9320FA32-9312-4E41-2FF0-34C210848CB1}"/>
              </a:ext>
            </a:extLst>
          </p:cNvPr>
          <p:cNvSpPr txBox="1"/>
          <p:nvPr userDrawn="1"/>
        </p:nvSpPr>
        <p:spPr>
          <a:xfrm>
            <a:off x="1060451" y="6257837"/>
            <a:ext cx="17935473" cy="646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3599" b="1" i="0" dirty="0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Vote for </a:t>
            </a:r>
            <a:r>
              <a:rPr lang="it-IT" sz="3599" b="1" i="0" dirty="0" err="1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this</a:t>
            </a:r>
            <a:r>
              <a:rPr lang="it-IT" sz="3599" b="1" i="0" dirty="0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session!!!</a:t>
            </a:r>
            <a:endParaRPr lang="it-IT" sz="3599" dirty="0">
              <a:solidFill>
                <a:schemeClr val="bg2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8888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045EE767-04FB-8F51-EEAF-BD14B6933979}"/>
              </a:ext>
            </a:extLst>
          </p:cNvPr>
          <p:cNvSpPr/>
          <p:nvPr userDrawn="1"/>
        </p:nvSpPr>
        <p:spPr>
          <a:xfrm>
            <a:off x="1143143" y="1143000"/>
            <a:ext cx="5334667" cy="5588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450" b="0" i="0">
              <a:latin typeface="Poppins" pitchFamily="2" charset="77"/>
            </a:endParaRP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ADF1DEE8-9F0C-BB31-1360-9C3004DECCCD}"/>
              </a:ext>
            </a:extLst>
          </p:cNvPr>
          <p:cNvSpPr/>
          <p:nvPr userDrawn="1"/>
        </p:nvSpPr>
        <p:spPr>
          <a:xfrm>
            <a:off x="1143143" y="1143000"/>
            <a:ext cx="5334667" cy="5588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450" b="0" i="0">
              <a:latin typeface="Poppins" pitchFamily="2" charset="77"/>
            </a:endParaRPr>
          </a:p>
        </p:txBody>
      </p:sp>
      <p:sp>
        <p:nvSpPr>
          <p:cNvPr id="6" name="Text Placeholder 19">
            <a:extLst>
              <a:ext uri="{FF2B5EF4-FFF2-40B4-BE49-F238E27FC236}">
                <a16:creationId xmlns:a16="http://schemas.microsoft.com/office/drawing/2014/main" id="{0B9D9174-12FF-9C28-25F8-E25F1E9EE01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83509" y="1093884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 dirty="0"/>
              <a:t>Demo title</a:t>
            </a:r>
          </a:p>
        </p:txBody>
      </p:sp>
      <p:sp>
        <p:nvSpPr>
          <p:cNvPr id="5" name="Media Placeholder 11">
            <a:extLst>
              <a:ext uri="{FF2B5EF4-FFF2-40B4-BE49-F238E27FC236}">
                <a16:creationId xmlns:a16="http://schemas.microsoft.com/office/drawing/2014/main" id="{A5295C79-5CDC-F80C-3086-8B2B71595DA2}"/>
              </a:ext>
            </a:extLst>
          </p:cNvPr>
          <p:cNvSpPr>
            <a:spLocks noGrp="1"/>
          </p:cNvSpPr>
          <p:nvPr>
            <p:ph type="media" sz="quarter" idx="40"/>
          </p:nvPr>
        </p:nvSpPr>
        <p:spPr>
          <a:xfrm>
            <a:off x="1190625" y="2257426"/>
            <a:ext cx="22005925" cy="10364692"/>
          </a:xfrm>
          <a:prstGeom prst="roundRect">
            <a:avLst>
              <a:gd name="adj" fmla="val 3473"/>
            </a:avLst>
          </a:prstGeom>
          <a:noFill/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8961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1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ature lis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9EB4E0F6-3328-DEA1-E7B9-961A5D9B317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0564" y="1066800"/>
            <a:ext cx="7010401" cy="52835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Feature list</a:t>
            </a:r>
          </a:p>
        </p:txBody>
      </p:sp>
      <p:sp>
        <p:nvSpPr>
          <p:cNvPr id="25" name="Text Placeholder 19">
            <a:extLst>
              <a:ext uri="{FF2B5EF4-FFF2-40B4-BE49-F238E27FC236}">
                <a16:creationId xmlns:a16="http://schemas.microsoft.com/office/drawing/2014/main" id="{16A860AA-AC62-C8E0-D0B9-8A40E86C581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41978" y="5626102"/>
            <a:ext cx="9866507" cy="939800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</p:spPr>
        <p:txBody>
          <a:bodyPr anchor="ctr"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8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This is a list item and can work as a bullet point</a:t>
            </a:r>
            <a:endParaRPr lang="en-US" sz="18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2" name="Text Placeholder 19">
            <a:extLst>
              <a:ext uri="{FF2B5EF4-FFF2-40B4-BE49-F238E27FC236}">
                <a16:creationId xmlns:a16="http://schemas.microsoft.com/office/drawing/2014/main" id="{C1057896-C494-2D97-1952-09FD22AEF5F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41978" y="7150100"/>
            <a:ext cx="9866507" cy="939800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</p:spPr>
        <p:txBody>
          <a:bodyPr anchor="ctr"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8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This is a list item and can work as a bullet point</a:t>
            </a:r>
            <a:endParaRPr lang="en-US" sz="18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9" name="Text Placeholder 19">
            <a:extLst>
              <a:ext uri="{FF2B5EF4-FFF2-40B4-BE49-F238E27FC236}">
                <a16:creationId xmlns:a16="http://schemas.microsoft.com/office/drawing/2014/main" id="{D1CB46BE-FA25-5D07-CB72-8FC9D9D8AC8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41978" y="8674100"/>
            <a:ext cx="9866507" cy="939800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</p:spPr>
        <p:txBody>
          <a:bodyPr anchor="ctr"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8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This is a list item and can work as a bullet point</a:t>
            </a:r>
            <a:endParaRPr lang="en-US" sz="18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Text Placeholder 19">
            <a:extLst>
              <a:ext uri="{FF2B5EF4-FFF2-40B4-BE49-F238E27FC236}">
                <a16:creationId xmlns:a16="http://schemas.microsoft.com/office/drawing/2014/main" id="{CCBB7AD5-BF6E-D9B8-202C-0CCDA950EDE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140564" y="2031168"/>
            <a:ext cx="7010401" cy="52835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5" name="Text Placeholder 19">
            <a:extLst>
              <a:ext uri="{FF2B5EF4-FFF2-40B4-BE49-F238E27FC236}">
                <a16:creationId xmlns:a16="http://schemas.microsoft.com/office/drawing/2014/main" id="{C06D27A0-3D2A-52CE-9A8D-B8DC8E2553B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2978692" y="5626102"/>
            <a:ext cx="9866507" cy="939800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</p:spPr>
        <p:txBody>
          <a:bodyPr anchor="ctr"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8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This is a list item and can work as a bullet point</a:t>
            </a:r>
            <a:endParaRPr lang="en-US" sz="18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16" name="Text Placeholder 19">
            <a:extLst>
              <a:ext uri="{FF2B5EF4-FFF2-40B4-BE49-F238E27FC236}">
                <a16:creationId xmlns:a16="http://schemas.microsoft.com/office/drawing/2014/main" id="{5F6429F5-0C9B-1893-F804-C51087DDBEF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2978692" y="7150100"/>
            <a:ext cx="9866507" cy="939800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</p:spPr>
        <p:txBody>
          <a:bodyPr anchor="ctr"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8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This is a list item and can work as a bullet point</a:t>
            </a:r>
            <a:endParaRPr lang="en-US" sz="18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17" name="Text Placeholder 19">
            <a:extLst>
              <a:ext uri="{FF2B5EF4-FFF2-40B4-BE49-F238E27FC236}">
                <a16:creationId xmlns:a16="http://schemas.microsoft.com/office/drawing/2014/main" id="{FC47478B-8180-E156-D4EE-A822CEECDE2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2978692" y="8674100"/>
            <a:ext cx="9866507" cy="939800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</p:spPr>
        <p:txBody>
          <a:bodyPr anchor="ctr"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8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This is a list item and can work as a bullet point</a:t>
            </a:r>
            <a:endParaRPr lang="en-US" sz="18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80824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1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ature List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9">
            <a:extLst>
              <a:ext uri="{FF2B5EF4-FFF2-40B4-BE49-F238E27FC236}">
                <a16:creationId xmlns:a16="http://schemas.microsoft.com/office/drawing/2014/main" id="{DF198806-1088-6D56-AC41-145DD0987F3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40565" y="3943536"/>
            <a:ext cx="9866507" cy="939800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anchor="ctr"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8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Feature bullet point</a:t>
            </a:r>
            <a:endParaRPr lang="en-US" sz="18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A072248E-F70D-D176-5EBE-12829AC0EC0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40565" y="5057784"/>
            <a:ext cx="9866507" cy="939800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anchor="ctr"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8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Feature bullet point</a:t>
            </a:r>
            <a:endParaRPr lang="en-US" sz="18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6" name="Text Placeholder 19">
            <a:extLst>
              <a:ext uri="{FF2B5EF4-FFF2-40B4-BE49-F238E27FC236}">
                <a16:creationId xmlns:a16="http://schemas.microsoft.com/office/drawing/2014/main" id="{15D511EF-843A-E5B3-ECD6-ADC3EFA3B6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40565" y="6172030"/>
            <a:ext cx="9866507" cy="939800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anchor="ctr"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8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Feature bullet point</a:t>
            </a:r>
            <a:endParaRPr lang="en-US" sz="18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7" name="Text Placeholder 19">
            <a:extLst>
              <a:ext uri="{FF2B5EF4-FFF2-40B4-BE49-F238E27FC236}">
                <a16:creationId xmlns:a16="http://schemas.microsoft.com/office/drawing/2014/main" id="{3636336E-EA45-7AA7-C76E-E2B9234A692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140565" y="7286278"/>
            <a:ext cx="9866507" cy="939800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anchor="ctr"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8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Feature bullet point</a:t>
            </a:r>
            <a:endParaRPr lang="en-US" sz="18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8" name="Text Placeholder 19">
            <a:extLst>
              <a:ext uri="{FF2B5EF4-FFF2-40B4-BE49-F238E27FC236}">
                <a16:creationId xmlns:a16="http://schemas.microsoft.com/office/drawing/2014/main" id="{E5B1AFBB-ED36-937B-E576-FD4680598A4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40565" y="8400524"/>
            <a:ext cx="9866507" cy="939800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anchor="ctr"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8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Feature bullet point</a:t>
            </a:r>
            <a:endParaRPr lang="en-US" sz="18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9" name="Text Placeholder 19">
            <a:extLst>
              <a:ext uri="{FF2B5EF4-FFF2-40B4-BE49-F238E27FC236}">
                <a16:creationId xmlns:a16="http://schemas.microsoft.com/office/drawing/2014/main" id="{E5302DFD-BB61-F96A-4765-DD7AE7599D8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40565" y="9514772"/>
            <a:ext cx="9866507" cy="939800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anchor="ctr"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8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Feature bullet point</a:t>
            </a:r>
            <a:endParaRPr lang="en-US" sz="18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Text Placeholder 19">
            <a:extLst>
              <a:ext uri="{FF2B5EF4-FFF2-40B4-BE49-F238E27FC236}">
                <a16:creationId xmlns:a16="http://schemas.microsoft.com/office/drawing/2014/main" id="{B38EB421-A52C-B388-1EC7-D9827965C24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140565" y="10629018"/>
            <a:ext cx="9866507" cy="939800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anchor="ctr"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8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Feature bullet point</a:t>
            </a:r>
            <a:endParaRPr lang="en-US" sz="18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Text Placeholder 19">
            <a:extLst>
              <a:ext uri="{FF2B5EF4-FFF2-40B4-BE49-F238E27FC236}">
                <a16:creationId xmlns:a16="http://schemas.microsoft.com/office/drawing/2014/main" id="{84324568-9AC0-BA7B-50B0-1CBACEF0DD1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140565" y="11743268"/>
            <a:ext cx="9866507" cy="939800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anchor="ctr"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8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Feature bullet point</a:t>
            </a:r>
            <a:endParaRPr lang="en-US" sz="18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Text Placeholder 19">
            <a:extLst>
              <a:ext uri="{FF2B5EF4-FFF2-40B4-BE49-F238E27FC236}">
                <a16:creationId xmlns:a16="http://schemas.microsoft.com/office/drawing/2014/main" id="{2ACC4868-56CC-D4E1-870A-BFA0C6DB2F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0564" y="1066800"/>
            <a:ext cx="7010401" cy="52835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Feature list</a:t>
            </a:r>
          </a:p>
        </p:txBody>
      </p:sp>
      <p:sp>
        <p:nvSpPr>
          <p:cNvPr id="15" name="Text Placeholder 19">
            <a:extLst>
              <a:ext uri="{FF2B5EF4-FFF2-40B4-BE49-F238E27FC236}">
                <a16:creationId xmlns:a16="http://schemas.microsoft.com/office/drawing/2014/main" id="{5A4D6CB2-7B58-4EA9-503A-5876DBDF77A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0564" y="2031168"/>
            <a:ext cx="7010401" cy="52835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5011299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B8A08768-A8D1-56B8-9E72-F5247632A5A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699059" y="1062935"/>
            <a:ext cx="7010401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2" name="Text Placeholder 19">
            <a:extLst>
              <a:ext uri="{FF2B5EF4-FFF2-40B4-BE49-F238E27FC236}">
                <a16:creationId xmlns:a16="http://schemas.microsoft.com/office/drawing/2014/main" id="{9D36D911-7F66-D321-2E3E-25348A43CD1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582971" y="1066801"/>
            <a:ext cx="1037655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01</a:t>
            </a:r>
          </a:p>
          <a:p>
            <a:pPr lvl="0"/>
            <a:endParaRPr lang="en-US"/>
          </a:p>
        </p:txBody>
      </p:sp>
      <p:sp>
        <p:nvSpPr>
          <p:cNvPr id="23" name="Text Placeholder 19">
            <a:extLst>
              <a:ext uri="{FF2B5EF4-FFF2-40B4-BE49-F238E27FC236}">
                <a16:creationId xmlns:a16="http://schemas.microsoft.com/office/drawing/2014/main" id="{2BB80305-533F-525A-2094-2BA8CC178E8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83509" y="1103244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25" name="Text Placeholder 19">
            <a:extLst>
              <a:ext uri="{FF2B5EF4-FFF2-40B4-BE49-F238E27FC236}">
                <a16:creationId xmlns:a16="http://schemas.microsoft.com/office/drawing/2014/main" id="{9D750292-3DAA-64F4-E346-058EF93A473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83509" y="1659836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1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8" name="Text Placeholder 19">
            <a:extLst>
              <a:ext uri="{FF2B5EF4-FFF2-40B4-BE49-F238E27FC236}">
                <a16:creationId xmlns:a16="http://schemas.microsoft.com/office/drawing/2014/main" id="{909B5BC6-004B-406B-86ED-C0F664D767B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699059" y="1965761"/>
            <a:ext cx="7010401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9" name="Text Placeholder 19">
            <a:extLst>
              <a:ext uri="{FF2B5EF4-FFF2-40B4-BE49-F238E27FC236}">
                <a16:creationId xmlns:a16="http://schemas.microsoft.com/office/drawing/2014/main" id="{22607F7F-1EAC-B2FA-AC82-78456EA42FF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582971" y="1969625"/>
            <a:ext cx="1037655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01</a:t>
            </a:r>
          </a:p>
          <a:p>
            <a:pPr lvl="0"/>
            <a:endParaRPr lang="en-US"/>
          </a:p>
        </p:txBody>
      </p:sp>
      <p:sp>
        <p:nvSpPr>
          <p:cNvPr id="30" name="Text Placeholder 19">
            <a:extLst>
              <a:ext uri="{FF2B5EF4-FFF2-40B4-BE49-F238E27FC236}">
                <a16:creationId xmlns:a16="http://schemas.microsoft.com/office/drawing/2014/main" id="{EDFEF231-B3A4-17F4-23CF-B712A4401DB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699059" y="2875693"/>
            <a:ext cx="7010401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1" name="Text Placeholder 19">
            <a:extLst>
              <a:ext uri="{FF2B5EF4-FFF2-40B4-BE49-F238E27FC236}">
                <a16:creationId xmlns:a16="http://schemas.microsoft.com/office/drawing/2014/main" id="{3FC7885F-D58E-D154-62B9-8314D6E34C2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582971" y="2879559"/>
            <a:ext cx="1037655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01</a:t>
            </a:r>
          </a:p>
          <a:p>
            <a:pPr lvl="0"/>
            <a:endParaRPr lang="en-US"/>
          </a:p>
        </p:txBody>
      </p:sp>
      <p:sp>
        <p:nvSpPr>
          <p:cNvPr id="32" name="Text Placeholder 19">
            <a:extLst>
              <a:ext uri="{FF2B5EF4-FFF2-40B4-BE49-F238E27FC236}">
                <a16:creationId xmlns:a16="http://schemas.microsoft.com/office/drawing/2014/main" id="{3206D664-9025-7588-3785-9B5127BB52D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699059" y="3785627"/>
            <a:ext cx="7010401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3" name="Text Placeholder 19">
            <a:extLst>
              <a:ext uri="{FF2B5EF4-FFF2-40B4-BE49-F238E27FC236}">
                <a16:creationId xmlns:a16="http://schemas.microsoft.com/office/drawing/2014/main" id="{B1D64F4E-B2B1-F66D-F67B-35D740CF550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582971" y="3789491"/>
            <a:ext cx="1037655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01</a:t>
            </a:r>
          </a:p>
          <a:p>
            <a:pPr lvl="0"/>
            <a:endParaRPr lang="en-US"/>
          </a:p>
        </p:txBody>
      </p:sp>
      <p:sp>
        <p:nvSpPr>
          <p:cNvPr id="34" name="Text Placeholder 19">
            <a:extLst>
              <a:ext uri="{FF2B5EF4-FFF2-40B4-BE49-F238E27FC236}">
                <a16:creationId xmlns:a16="http://schemas.microsoft.com/office/drawing/2014/main" id="{DD90E18B-EA52-CF02-E309-052B9744195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699059" y="4695559"/>
            <a:ext cx="7010401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5" name="Text Placeholder 19">
            <a:extLst>
              <a:ext uri="{FF2B5EF4-FFF2-40B4-BE49-F238E27FC236}">
                <a16:creationId xmlns:a16="http://schemas.microsoft.com/office/drawing/2014/main" id="{35B5BBF1-8BFB-DADC-91A0-66BE29830F6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582971" y="4699425"/>
            <a:ext cx="1037655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01</a:t>
            </a:r>
          </a:p>
          <a:p>
            <a:pPr lvl="0"/>
            <a:endParaRPr lang="en-US"/>
          </a:p>
        </p:txBody>
      </p:sp>
      <p:sp>
        <p:nvSpPr>
          <p:cNvPr id="36" name="Text Placeholder 19">
            <a:extLst>
              <a:ext uri="{FF2B5EF4-FFF2-40B4-BE49-F238E27FC236}">
                <a16:creationId xmlns:a16="http://schemas.microsoft.com/office/drawing/2014/main" id="{D45D058E-B1E6-9724-7878-C61F5E25671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699059" y="5605493"/>
            <a:ext cx="7010401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7" name="Text Placeholder 19">
            <a:extLst>
              <a:ext uri="{FF2B5EF4-FFF2-40B4-BE49-F238E27FC236}">
                <a16:creationId xmlns:a16="http://schemas.microsoft.com/office/drawing/2014/main" id="{6767140E-1887-CBD2-537F-0F89AA863F4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582971" y="5609357"/>
            <a:ext cx="1037655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01</a:t>
            </a:r>
          </a:p>
          <a:p>
            <a:pPr lvl="0"/>
            <a:endParaRPr lang="en-US"/>
          </a:p>
        </p:txBody>
      </p:sp>
      <p:sp>
        <p:nvSpPr>
          <p:cNvPr id="38" name="Text Placeholder 19">
            <a:extLst>
              <a:ext uri="{FF2B5EF4-FFF2-40B4-BE49-F238E27FC236}">
                <a16:creationId xmlns:a16="http://schemas.microsoft.com/office/drawing/2014/main" id="{D2DAF6A0-18B6-8865-E352-FBD3DA7F675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699059" y="6515425"/>
            <a:ext cx="7010401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9" name="Text Placeholder 19">
            <a:extLst>
              <a:ext uri="{FF2B5EF4-FFF2-40B4-BE49-F238E27FC236}">
                <a16:creationId xmlns:a16="http://schemas.microsoft.com/office/drawing/2014/main" id="{6C68D9E7-6D29-A137-DBFE-B0921598A10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582971" y="6519291"/>
            <a:ext cx="1037655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01</a:t>
            </a:r>
          </a:p>
          <a:p>
            <a:pPr lvl="0"/>
            <a:endParaRPr lang="en-US"/>
          </a:p>
        </p:txBody>
      </p:sp>
      <p:sp>
        <p:nvSpPr>
          <p:cNvPr id="40" name="Text Placeholder 19">
            <a:extLst>
              <a:ext uri="{FF2B5EF4-FFF2-40B4-BE49-F238E27FC236}">
                <a16:creationId xmlns:a16="http://schemas.microsoft.com/office/drawing/2014/main" id="{3B00CE70-CCD3-CF1B-8E6B-B04013BD71C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699059" y="7425357"/>
            <a:ext cx="7010401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1" name="Text Placeholder 19">
            <a:extLst>
              <a:ext uri="{FF2B5EF4-FFF2-40B4-BE49-F238E27FC236}">
                <a16:creationId xmlns:a16="http://schemas.microsoft.com/office/drawing/2014/main" id="{3AFF83DD-F4F2-57F9-7604-66A5BBAB302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582971" y="7429223"/>
            <a:ext cx="1037655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01</a:t>
            </a:r>
          </a:p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8515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accent5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69788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ic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19">
            <a:extLst>
              <a:ext uri="{FF2B5EF4-FFF2-40B4-BE49-F238E27FC236}">
                <a16:creationId xmlns:a16="http://schemas.microsoft.com/office/drawing/2014/main" id="{F721C38B-51F8-79EC-FF62-5740432510C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0564" y="106680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  <a:p>
            <a:pPr lvl="0"/>
            <a:endParaRPr lang="en-US"/>
          </a:p>
        </p:txBody>
      </p:sp>
      <p:sp>
        <p:nvSpPr>
          <p:cNvPr id="7" name="Text Placeholder 19">
            <a:extLst>
              <a:ext uri="{FF2B5EF4-FFF2-40B4-BE49-F238E27FC236}">
                <a16:creationId xmlns:a16="http://schemas.microsoft.com/office/drawing/2014/main" id="{772D1574-194D-B474-FEAE-9BB4D2768E2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40564" y="193040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Subtitle</a:t>
            </a:r>
          </a:p>
          <a:p>
            <a:pPr lvl="0"/>
            <a:endParaRPr lang="en-US"/>
          </a:p>
        </p:txBody>
      </p:sp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D0B3522E-F107-3114-DC30-9254AF9DB98F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5624513" y="3733801"/>
            <a:ext cx="13138150" cy="7466430"/>
          </a:xfrm>
          <a:prstGeom prst="roundRect">
            <a:avLst>
              <a:gd name="adj" fmla="val 1074"/>
            </a:avLst>
          </a:prstGeom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3523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blocks tex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A035FD5E-E87C-5F0E-6525-2753A1441636}"/>
              </a:ext>
            </a:extLst>
          </p:cNvPr>
          <p:cNvSpPr/>
          <p:nvPr userDrawn="1"/>
        </p:nvSpPr>
        <p:spPr>
          <a:xfrm>
            <a:off x="1140568" y="5892802"/>
            <a:ext cx="10923364" cy="5232400"/>
          </a:xfrm>
          <a:prstGeom prst="roundRect">
            <a:avLst>
              <a:gd name="adj" fmla="val 5374"/>
            </a:avLst>
          </a:prstGeom>
          <a:solidFill>
            <a:schemeClr val="accent5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45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FE543010-2055-8957-AC16-87A31FB3D446}"/>
              </a:ext>
            </a:extLst>
          </p:cNvPr>
          <p:cNvSpPr/>
          <p:nvPr userDrawn="1"/>
        </p:nvSpPr>
        <p:spPr>
          <a:xfrm>
            <a:off x="12313392" y="5892802"/>
            <a:ext cx="10923364" cy="5232400"/>
          </a:xfrm>
          <a:prstGeom prst="roundRect">
            <a:avLst>
              <a:gd name="adj" fmla="val 5374"/>
            </a:avLst>
          </a:prstGeom>
          <a:solidFill>
            <a:schemeClr val="accent5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45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CEC0F15F-9100-CF2F-6834-FB4BDB7EC145}"/>
              </a:ext>
            </a:extLst>
          </p:cNvPr>
          <p:cNvSpPr/>
          <p:nvPr userDrawn="1"/>
        </p:nvSpPr>
        <p:spPr>
          <a:xfrm>
            <a:off x="1600400" y="6350000"/>
            <a:ext cx="10008851" cy="15748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450" b="0" i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2" name="Shape 7">
            <a:extLst>
              <a:ext uri="{FF2B5EF4-FFF2-40B4-BE49-F238E27FC236}">
                <a16:creationId xmlns:a16="http://schemas.microsoft.com/office/drawing/2014/main" id="{B15EAB5F-DCCB-E9A4-BEBC-F7BF145AF248}"/>
              </a:ext>
            </a:extLst>
          </p:cNvPr>
          <p:cNvSpPr/>
          <p:nvPr userDrawn="1"/>
        </p:nvSpPr>
        <p:spPr>
          <a:xfrm>
            <a:off x="12777798" y="6350000"/>
            <a:ext cx="10008851" cy="15748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450" b="0" i="0">
              <a:latin typeface="Poppins" pitchFamily="2" charset="77"/>
            </a:endParaRPr>
          </a:p>
        </p:txBody>
      </p:sp>
      <p:sp>
        <p:nvSpPr>
          <p:cNvPr id="17" name="Text Placeholder 19">
            <a:extLst>
              <a:ext uri="{FF2B5EF4-FFF2-40B4-BE49-F238E27FC236}">
                <a16:creationId xmlns:a16="http://schemas.microsoft.com/office/drawing/2014/main" id="{6B0E8F4D-0FF3-EAD8-1EE9-74929D60E4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0564" y="106680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  <a:p>
            <a:pPr lvl="0"/>
            <a:endParaRPr lang="en-US"/>
          </a:p>
        </p:txBody>
      </p:sp>
      <p:sp>
        <p:nvSpPr>
          <p:cNvPr id="18" name="Text Placeholder 19">
            <a:extLst>
              <a:ext uri="{FF2B5EF4-FFF2-40B4-BE49-F238E27FC236}">
                <a16:creationId xmlns:a16="http://schemas.microsoft.com/office/drawing/2014/main" id="{980ABE18-C5D9-A58B-B245-8FBB07D81E6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40564" y="193040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Subtitle</a:t>
            </a:r>
          </a:p>
          <a:p>
            <a:pPr lvl="0"/>
            <a:endParaRPr lang="en-US"/>
          </a:p>
        </p:txBody>
      </p:sp>
      <p:sp>
        <p:nvSpPr>
          <p:cNvPr id="2" name="Text Placeholder 19">
            <a:extLst>
              <a:ext uri="{FF2B5EF4-FFF2-40B4-BE49-F238E27FC236}">
                <a16:creationId xmlns:a16="http://schemas.microsoft.com/office/drawing/2014/main" id="{38820D62-F47A-A083-D71D-D99A432421D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21734" y="6283848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rtl="0"/>
            <a:r>
              <a:rPr lang="en-US" sz="2999" b="0" i="0" u="none" strike="noStrike" kern="1200" baseline="0">
                <a:solidFill>
                  <a:srgbClr val="FEFFFE"/>
                </a:solidFill>
                <a:latin typeface="Segoe UI Variable Text Semibold" pitchFamily="2" charset="0"/>
              </a:rPr>
              <a:t>Item 1</a:t>
            </a:r>
            <a:endParaRPr lang="en-US" sz="2999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6FD903A6-2D49-58E2-5118-71FC9FACA92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21734" y="7147448"/>
            <a:ext cx="7010401" cy="93980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3399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2400" b="0" i="0" kern="0" spc="-60" dirty="0" smtClean="0">
                <a:solidFill>
                  <a:schemeClr val="tx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rtl="0"/>
            <a:r>
              <a:rPr lang="en-US" sz="2400" b="0" i="0" u="none" strike="noStrike" kern="1200" baseline="0">
                <a:solidFill>
                  <a:srgbClr val="969696"/>
                </a:solidFill>
                <a:latin typeface="Segoe UI Variable Display Semib" pitchFamily="2" charset="0"/>
              </a:rPr>
              <a:t>Subtitle</a:t>
            </a:r>
            <a:endParaRPr lang="en-US" sz="2400" b="0" i="0" u="none" strike="noStrike" kern="1200" baseline="0">
              <a:solidFill>
                <a:srgbClr val="969696"/>
              </a:solidFill>
              <a:latin typeface="Calibri" panose="020F0502020204030204" pitchFamily="34" charset="0"/>
            </a:endParaRP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FD7EC7B8-F94E-EEB7-0148-5B7E7D9D98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695502" y="6283848"/>
            <a:ext cx="7863426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rtl="0"/>
            <a:r>
              <a:rPr lang="en-US" sz="2999" b="0" i="0" u="none" strike="noStrike" kern="1200" baseline="0">
                <a:solidFill>
                  <a:srgbClr val="FEFFFE"/>
                </a:solidFill>
                <a:latin typeface="Segoe UI Variable Text Semibold" pitchFamily="2" charset="0"/>
              </a:rPr>
              <a:t>Item 1</a:t>
            </a:r>
            <a:endParaRPr lang="en-US" sz="2999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62D4D0B6-D9C9-30E8-6C9B-7B73DEE9606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695501" y="7147448"/>
            <a:ext cx="7010401" cy="93980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2799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2400" b="0" i="0" kern="0" spc="-60" dirty="0" smtClean="0">
                <a:solidFill>
                  <a:schemeClr val="tx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rtl="0"/>
            <a:r>
              <a:rPr lang="en-US" sz="2400" b="0" i="0" u="none" strike="noStrike" kern="1200" baseline="0">
                <a:solidFill>
                  <a:srgbClr val="969696"/>
                </a:solidFill>
                <a:latin typeface="Segoe UI Variable Display Semib" pitchFamily="2" charset="0"/>
              </a:rPr>
              <a:t>Subtitle</a:t>
            </a:r>
            <a:endParaRPr lang="en-US" sz="2400" b="0" i="0" u="none" strike="noStrike" kern="1200" baseline="0">
              <a:solidFill>
                <a:srgbClr val="969696"/>
              </a:solidFill>
              <a:latin typeface="Calibri" panose="020F0502020204030204" pitchFamily="34" charset="0"/>
            </a:endParaRP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A9647C27-E69D-913D-98CB-477785E72BC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11688" y="10216621"/>
            <a:ext cx="4408488" cy="552982"/>
          </a:xfrm>
          <a:prstGeom prst="rect">
            <a:avLst/>
          </a:prstGeom>
        </p:spPr>
        <p:txBody>
          <a:bodyPr anchor="b"/>
          <a:lstStyle>
            <a:lvl1pPr marL="0" indent="0" algn="l" defTabSz="457109" rtl="0" eaLnBrk="1" latinLnBrk="0" hangingPunct="1">
              <a:lnSpc>
                <a:spcPts val="1600"/>
              </a:lnSpc>
              <a:buNone/>
              <a:defRPr lang="en-US" sz="1200" b="0" i="0" kern="0" spc="-24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2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Description</a:t>
            </a:r>
            <a:endParaRPr lang="en-US" sz="12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3CF8C0E6-A6AB-F33D-A8B6-8C48277D29C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685455" y="10216621"/>
            <a:ext cx="4408488" cy="552982"/>
          </a:xfrm>
          <a:prstGeom prst="rect">
            <a:avLst/>
          </a:prstGeom>
        </p:spPr>
        <p:txBody>
          <a:bodyPr anchor="b"/>
          <a:lstStyle>
            <a:lvl1pPr marL="0" indent="0" algn="l" defTabSz="457109" rtl="0" eaLnBrk="1" latinLnBrk="0" hangingPunct="1">
              <a:lnSpc>
                <a:spcPts val="1600"/>
              </a:lnSpc>
              <a:buNone/>
              <a:defRPr lang="en-US" sz="1200" b="0" i="0" kern="0" spc="-24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2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Description</a:t>
            </a:r>
            <a:endParaRPr lang="en-US" sz="12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53564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blocks tex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30B189BF-1CC6-7389-95BF-5F38F0F0828B}"/>
              </a:ext>
            </a:extLst>
          </p:cNvPr>
          <p:cNvSpPr/>
          <p:nvPr userDrawn="1"/>
        </p:nvSpPr>
        <p:spPr>
          <a:xfrm>
            <a:off x="1140568" y="5892802"/>
            <a:ext cx="7191802" cy="5232400"/>
          </a:xfrm>
          <a:prstGeom prst="roundRect">
            <a:avLst>
              <a:gd name="adj" fmla="val 5374"/>
            </a:avLst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45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247DDB54-DB54-E3D1-6112-A27B01550823}"/>
              </a:ext>
            </a:extLst>
          </p:cNvPr>
          <p:cNvSpPr/>
          <p:nvPr userDrawn="1"/>
        </p:nvSpPr>
        <p:spPr>
          <a:xfrm>
            <a:off x="8598643" y="5892802"/>
            <a:ext cx="7191802" cy="5232400"/>
          </a:xfrm>
          <a:prstGeom prst="roundRect">
            <a:avLst>
              <a:gd name="adj" fmla="val 5374"/>
            </a:avLst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45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C5E7C83-8106-E9C1-0192-732198046405}"/>
              </a:ext>
            </a:extLst>
          </p:cNvPr>
          <p:cNvSpPr/>
          <p:nvPr userDrawn="1"/>
        </p:nvSpPr>
        <p:spPr>
          <a:xfrm>
            <a:off x="16056718" y="5892802"/>
            <a:ext cx="7191802" cy="5232400"/>
          </a:xfrm>
          <a:prstGeom prst="roundRect">
            <a:avLst>
              <a:gd name="adj" fmla="val 5374"/>
            </a:avLst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45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12C595F4-B3F7-5E06-51AC-548372D7CFAF}"/>
              </a:ext>
            </a:extLst>
          </p:cNvPr>
          <p:cNvSpPr/>
          <p:nvPr userDrawn="1"/>
        </p:nvSpPr>
        <p:spPr>
          <a:xfrm>
            <a:off x="1600400" y="6350000"/>
            <a:ext cx="6287287" cy="15748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450" b="0" i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7" name="Shape 12">
            <a:extLst>
              <a:ext uri="{FF2B5EF4-FFF2-40B4-BE49-F238E27FC236}">
                <a16:creationId xmlns:a16="http://schemas.microsoft.com/office/drawing/2014/main" id="{F38E5D1D-B87D-B835-D533-FC7CB7F5B336}"/>
              </a:ext>
            </a:extLst>
          </p:cNvPr>
          <p:cNvSpPr/>
          <p:nvPr userDrawn="1"/>
        </p:nvSpPr>
        <p:spPr>
          <a:xfrm>
            <a:off x="16512064" y="6350000"/>
            <a:ext cx="6287287" cy="24384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450" b="0" i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2" name="Text Placeholder 19">
            <a:extLst>
              <a:ext uri="{FF2B5EF4-FFF2-40B4-BE49-F238E27FC236}">
                <a16:creationId xmlns:a16="http://schemas.microsoft.com/office/drawing/2014/main" id="{B55218D8-9438-05C0-B609-5BF7A9AEA1E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962128" y="6308812"/>
            <a:ext cx="6140137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rtl="0"/>
            <a:r>
              <a:rPr lang="en-US" sz="2999" b="0" i="0" u="none" strike="noStrike" kern="1200" baseline="0">
                <a:solidFill>
                  <a:srgbClr val="FEFFFE"/>
                </a:solidFill>
                <a:latin typeface="Segoe UI Variable Text Semibold" pitchFamily="2" charset="0"/>
              </a:rPr>
              <a:t>Item 1</a:t>
            </a:r>
            <a:endParaRPr lang="en-US" sz="2999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23" name="Text Placeholder 19">
            <a:extLst>
              <a:ext uri="{FF2B5EF4-FFF2-40B4-BE49-F238E27FC236}">
                <a16:creationId xmlns:a16="http://schemas.microsoft.com/office/drawing/2014/main" id="{83B7E634-3F0C-B54C-EFCF-0FED89ACDB3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962128" y="7322916"/>
            <a:ext cx="6140137" cy="93980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3399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2400" b="0" i="0" kern="0" spc="-60" dirty="0" smtClean="0">
                <a:solidFill>
                  <a:schemeClr val="tx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rtl="0"/>
            <a:r>
              <a:rPr lang="en-US" sz="2400" b="0" i="0" u="none" strike="noStrike" kern="1200" baseline="0">
                <a:solidFill>
                  <a:srgbClr val="969696"/>
                </a:solidFill>
                <a:latin typeface="Segoe UI Variable Display Semib" pitchFamily="2" charset="0"/>
              </a:rPr>
              <a:t>Subtitle</a:t>
            </a:r>
            <a:endParaRPr lang="en-US" sz="2400" b="0" i="0" u="none" strike="noStrike" kern="1200" baseline="0">
              <a:solidFill>
                <a:srgbClr val="969696"/>
              </a:solidFill>
              <a:latin typeface="Calibri" panose="020F0502020204030204" pitchFamily="34" charset="0"/>
            </a:endParaRPr>
          </a:p>
        </p:txBody>
      </p:sp>
      <p:sp>
        <p:nvSpPr>
          <p:cNvPr id="24" name="Text Placeholder 24">
            <a:extLst>
              <a:ext uri="{FF2B5EF4-FFF2-40B4-BE49-F238E27FC236}">
                <a16:creationId xmlns:a16="http://schemas.microsoft.com/office/drawing/2014/main" id="{67B74BF8-911F-42EF-3387-B7A181E443F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962128" y="10216621"/>
            <a:ext cx="4408488" cy="552982"/>
          </a:xfrm>
          <a:prstGeom prst="rect">
            <a:avLst/>
          </a:prstGeom>
        </p:spPr>
        <p:txBody>
          <a:bodyPr anchor="b"/>
          <a:lstStyle>
            <a:lvl1pPr marL="0" indent="0" algn="l" defTabSz="457109" rtl="0" eaLnBrk="1" latinLnBrk="0" hangingPunct="1">
              <a:lnSpc>
                <a:spcPts val="1600"/>
              </a:lnSpc>
              <a:buNone/>
              <a:defRPr lang="en-US" sz="1200" b="0" i="0" kern="0" spc="-24" dirty="0">
                <a:solidFill>
                  <a:srgbClr val="0F0F0F">
                    <a:alpha val="100000"/>
                  </a:srgbClr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2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Description</a:t>
            </a:r>
            <a:endParaRPr lang="en-US" sz="12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27" name="Text Placeholder 19">
            <a:extLst>
              <a:ext uri="{FF2B5EF4-FFF2-40B4-BE49-F238E27FC236}">
                <a16:creationId xmlns:a16="http://schemas.microsoft.com/office/drawing/2014/main" id="{BAFDBD80-4720-E864-12C6-202C934DAFB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425608" y="6308812"/>
            <a:ext cx="6140137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rtl="0"/>
            <a:r>
              <a:rPr lang="en-US" sz="2999" b="0" i="0" u="none" strike="noStrike" kern="1200" baseline="0">
                <a:solidFill>
                  <a:srgbClr val="FEFFFE"/>
                </a:solidFill>
                <a:latin typeface="Segoe UI Variable Text Semibold" pitchFamily="2" charset="0"/>
              </a:rPr>
              <a:t>Item 1</a:t>
            </a:r>
            <a:endParaRPr lang="en-US" sz="2999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28" name="Text Placeholder 19">
            <a:extLst>
              <a:ext uri="{FF2B5EF4-FFF2-40B4-BE49-F238E27FC236}">
                <a16:creationId xmlns:a16="http://schemas.microsoft.com/office/drawing/2014/main" id="{ED897787-FF0B-A2A3-0F90-C7E052BCCA5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6425608" y="7322916"/>
            <a:ext cx="6140137" cy="93980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3399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2400" b="0" i="0" kern="0" spc="-60" dirty="0" smtClean="0">
                <a:solidFill>
                  <a:schemeClr val="tx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rtl="0"/>
            <a:r>
              <a:rPr lang="en-US" sz="2400" b="0" i="0" u="none" strike="noStrike" kern="1200" baseline="0">
                <a:solidFill>
                  <a:srgbClr val="969696"/>
                </a:solidFill>
                <a:latin typeface="Segoe UI Variable Display Semib" pitchFamily="2" charset="0"/>
              </a:rPr>
              <a:t>Subtitle</a:t>
            </a:r>
            <a:endParaRPr lang="en-US" sz="2400" b="0" i="0" u="none" strike="noStrike" kern="1200" baseline="0">
              <a:solidFill>
                <a:srgbClr val="969696"/>
              </a:solidFill>
              <a:latin typeface="Calibri" panose="020F0502020204030204" pitchFamily="34" charset="0"/>
            </a:endParaRPr>
          </a:p>
        </p:txBody>
      </p:sp>
      <p:sp>
        <p:nvSpPr>
          <p:cNvPr id="29" name="Text Placeholder 24">
            <a:extLst>
              <a:ext uri="{FF2B5EF4-FFF2-40B4-BE49-F238E27FC236}">
                <a16:creationId xmlns:a16="http://schemas.microsoft.com/office/drawing/2014/main" id="{BA6A41FE-C805-D075-4FCE-AF62CA5F8AD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425607" y="10216621"/>
            <a:ext cx="4408488" cy="552982"/>
          </a:xfrm>
          <a:prstGeom prst="rect">
            <a:avLst/>
          </a:prstGeom>
        </p:spPr>
        <p:txBody>
          <a:bodyPr anchor="b"/>
          <a:lstStyle>
            <a:lvl1pPr marL="0" indent="0" algn="l" defTabSz="457109" rtl="0" eaLnBrk="1" latinLnBrk="0" hangingPunct="1">
              <a:lnSpc>
                <a:spcPts val="1600"/>
              </a:lnSpc>
              <a:buNone/>
              <a:defRPr lang="en-US" sz="1200" b="0" i="0" kern="0" spc="-24" dirty="0">
                <a:solidFill>
                  <a:srgbClr val="0F0F0F">
                    <a:alpha val="100000"/>
                  </a:srgbClr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2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Description</a:t>
            </a:r>
            <a:endParaRPr lang="en-US" sz="12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31" name="Text Placeholder 19">
            <a:extLst>
              <a:ext uri="{FF2B5EF4-FFF2-40B4-BE49-F238E27FC236}">
                <a16:creationId xmlns:a16="http://schemas.microsoft.com/office/drawing/2014/main" id="{AB60DAB6-79DF-2E12-7FD5-0CCA0778BA0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498646" y="7280876"/>
            <a:ext cx="6140137" cy="93980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3399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2400" b="0" i="0" kern="0" spc="-60" dirty="0" smtClean="0">
                <a:solidFill>
                  <a:schemeClr val="tx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rtl="0"/>
            <a:r>
              <a:rPr lang="en-US" sz="2400" b="0" i="0" u="none" strike="noStrike" kern="1200" baseline="0">
                <a:solidFill>
                  <a:srgbClr val="969696"/>
                </a:solidFill>
                <a:latin typeface="Segoe UI Variable Display Semib" pitchFamily="2" charset="0"/>
              </a:rPr>
              <a:t>Subtitle</a:t>
            </a:r>
            <a:endParaRPr lang="en-US" sz="2400" b="0" i="0" u="none" strike="noStrike" kern="1200" baseline="0">
              <a:solidFill>
                <a:srgbClr val="969696"/>
              </a:solidFill>
              <a:latin typeface="Calibri" panose="020F0502020204030204" pitchFamily="34" charset="0"/>
            </a:endParaRPr>
          </a:p>
        </p:txBody>
      </p:sp>
      <p:sp>
        <p:nvSpPr>
          <p:cNvPr id="32" name="Text Placeholder 19">
            <a:extLst>
              <a:ext uri="{FF2B5EF4-FFF2-40B4-BE49-F238E27FC236}">
                <a16:creationId xmlns:a16="http://schemas.microsoft.com/office/drawing/2014/main" id="{FFAC78C2-3501-B585-EC26-AB4C513FC0C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0564" y="1500658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4999" b="1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  <a:p>
            <a:pPr lvl="0"/>
            <a:endParaRPr lang="en-US"/>
          </a:p>
        </p:txBody>
      </p:sp>
      <p:sp>
        <p:nvSpPr>
          <p:cNvPr id="33" name="Text Placeholder 19">
            <a:extLst>
              <a:ext uri="{FF2B5EF4-FFF2-40B4-BE49-F238E27FC236}">
                <a16:creationId xmlns:a16="http://schemas.microsoft.com/office/drawing/2014/main" id="{E7D0E3CC-8E1E-6D3F-FD71-363594381F2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40564" y="2858532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4999" b="0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0FF2144F-2DE7-9301-5221-382FC7FCDB0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490811" y="6308812"/>
            <a:ext cx="6140137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rtl="0"/>
            <a:r>
              <a:rPr lang="en-US" sz="2999" b="0" i="0" u="none" strike="noStrike" kern="1200" baseline="0">
                <a:solidFill>
                  <a:srgbClr val="FEFFFE"/>
                </a:solidFill>
                <a:latin typeface="Segoe UI Variable Text Semibold" pitchFamily="2" charset="0"/>
              </a:rPr>
              <a:t>Item 1</a:t>
            </a:r>
            <a:endParaRPr lang="en-US" sz="2999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6" name="Text Placeholder 24">
            <a:extLst>
              <a:ext uri="{FF2B5EF4-FFF2-40B4-BE49-F238E27FC236}">
                <a16:creationId xmlns:a16="http://schemas.microsoft.com/office/drawing/2014/main" id="{B491D105-7489-F35F-A411-9DCCB714EDE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498070" y="10216621"/>
            <a:ext cx="4408488" cy="552982"/>
          </a:xfrm>
          <a:prstGeom prst="rect">
            <a:avLst/>
          </a:prstGeom>
        </p:spPr>
        <p:txBody>
          <a:bodyPr anchor="b"/>
          <a:lstStyle>
            <a:lvl1pPr marL="0" indent="0" algn="l" defTabSz="457109" rtl="0" eaLnBrk="1" latinLnBrk="0" hangingPunct="1">
              <a:lnSpc>
                <a:spcPts val="1600"/>
              </a:lnSpc>
              <a:buNone/>
              <a:defRPr lang="en-US" sz="1200" b="0" i="0" kern="0" spc="-24" dirty="0">
                <a:solidFill>
                  <a:srgbClr val="0F0F0F">
                    <a:alpha val="100000"/>
                  </a:srgbClr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2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Description</a:t>
            </a:r>
            <a:endParaRPr lang="en-US" sz="12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516978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point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19">
            <a:extLst>
              <a:ext uri="{FF2B5EF4-FFF2-40B4-BE49-F238E27FC236}">
                <a16:creationId xmlns:a16="http://schemas.microsoft.com/office/drawing/2014/main" id="{AF7809FD-FD9E-C675-04BF-7AE0F6D7A7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0564" y="106680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  <a:p>
            <a:pPr lvl="0"/>
            <a:endParaRPr lang="en-US"/>
          </a:p>
        </p:txBody>
      </p:sp>
      <p:sp>
        <p:nvSpPr>
          <p:cNvPr id="24" name="Text Placeholder 19">
            <a:extLst>
              <a:ext uri="{FF2B5EF4-FFF2-40B4-BE49-F238E27FC236}">
                <a16:creationId xmlns:a16="http://schemas.microsoft.com/office/drawing/2014/main" id="{D5392B90-4FCE-AF58-C25E-52C38545882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40564" y="193040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Subtitle</a:t>
            </a:r>
          </a:p>
          <a:p>
            <a:pPr lvl="0"/>
            <a:endParaRPr lang="en-US"/>
          </a:p>
        </p:txBody>
      </p:sp>
      <p:sp>
        <p:nvSpPr>
          <p:cNvPr id="2" name="Text Placeholder 19">
            <a:extLst>
              <a:ext uri="{FF2B5EF4-FFF2-40B4-BE49-F238E27FC236}">
                <a16:creationId xmlns:a16="http://schemas.microsoft.com/office/drawing/2014/main" id="{14C52D32-F83E-D81C-B202-C9AD725363B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39913" y="7943354"/>
            <a:ext cx="3491895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" name="Text Placeholder 19">
            <a:extLst>
              <a:ext uri="{FF2B5EF4-FFF2-40B4-BE49-F238E27FC236}">
                <a16:creationId xmlns:a16="http://schemas.microsoft.com/office/drawing/2014/main" id="{1CE68035-5C66-16BC-0189-93A367333B7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49967" y="7032372"/>
            <a:ext cx="348184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599"/>
              </a:lnSpc>
              <a:buNone/>
              <a:defRPr lang="en-US" sz="3099" b="1" i="0" kern="1200" dirty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Segoe UI Variable Semibold Display" pitchFamily="34" charset="-120"/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4" name="Text Placeholder 19">
            <a:extLst>
              <a:ext uri="{FF2B5EF4-FFF2-40B4-BE49-F238E27FC236}">
                <a16:creationId xmlns:a16="http://schemas.microsoft.com/office/drawing/2014/main" id="{6B31C36C-6914-30C5-3F1B-D1E583AB806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39913" y="8740533"/>
            <a:ext cx="3491895" cy="183659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000" b="1" i="0" u="none" strike="noStrike" kern="1200" baseline="0">
                <a:solidFill>
                  <a:srgbClr val="FEFFFE"/>
                </a:solidFill>
                <a:latin typeface="Segoe UI Variable Text Semibold" pitchFamily="2" charset="0"/>
              </a:rPr>
              <a:t>Tomorrow, AI becomes both a partner and a facilitator of the team, which mind melds their perspectives for faster shared vision to product.</a:t>
            </a:r>
          </a:p>
        </p:txBody>
      </p:sp>
      <p:sp>
        <p:nvSpPr>
          <p:cNvPr id="25" name="Text Placeholder 19">
            <a:extLst>
              <a:ext uri="{FF2B5EF4-FFF2-40B4-BE49-F238E27FC236}">
                <a16:creationId xmlns:a16="http://schemas.microsoft.com/office/drawing/2014/main" id="{04909924-8374-3E54-558E-59C018D0DF2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757803" y="7943354"/>
            <a:ext cx="3491895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6" name="Text Placeholder 19">
            <a:extLst>
              <a:ext uri="{FF2B5EF4-FFF2-40B4-BE49-F238E27FC236}">
                <a16:creationId xmlns:a16="http://schemas.microsoft.com/office/drawing/2014/main" id="{1A458391-216E-C845-856C-2A4E798510C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767857" y="7032372"/>
            <a:ext cx="348184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599"/>
              </a:lnSpc>
              <a:buNone/>
              <a:defRPr lang="en-US" sz="3099" b="1" i="0" kern="1200" dirty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Segoe UI Variable Semibold Display" pitchFamily="34" charset="-120"/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27" name="Text Placeholder 19">
            <a:extLst>
              <a:ext uri="{FF2B5EF4-FFF2-40B4-BE49-F238E27FC236}">
                <a16:creationId xmlns:a16="http://schemas.microsoft.com/office/drawing/2014/main" id="{6FD2C17F-78EB-C99E-7B83-9664DD5F4AF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757803" y="8740533"/>
            <a:ext cx="3491895" cy="183659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000" b="1" i="0" u="none" strike="noStrike" kern="1200" baseline="0">
                <a:solidFill>
                  <a:srgbClr val="FEFFFE"/>
                </a:solidFill>
                <a:latin typeface="Segoe UI Variable Text Semibold" pitchFamily="2" charset="0"/>
              </a:rPr>
              <a:t>Tomorrow, AI becomes both a partner and a facilitator of the team, which mind melds their perspectives for faster shared vision to product.</a:t>
            </a:r>
          </a:p>
        </p:txBody>
      </p:sp>
      <p:sp>
        <p:nvSpPr>
          <p:cNvPr id="28" name="Text Placeholder 19">
            <a:extLst>
              <a:ext uri="{FF2B5EF4-FFF2-40B4-BE49-F238E27FC236}">
                <a16:creationId xmlns:a16="http://schemas.microsoft.com/office/drawing/2014/main" id="{87204D81-F012-9492-CE1C-A2971FEDDAD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485741" y="7943354"/>
            <a:ext cx="3491895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9" name="Text Placeholder 19">
            <a:extLst>
              <a:ext uri="{FF2B5EF4-FFF2-40B4-BE49-F238E27FC236}">
                <a16:creationId xmlns:a16="http://schemas.microsoft.com/office/drawing/2014/main" id="{6CCC77AF-444A-D86E-7572-EFF8B6390E0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495796" y="7032372"/>
            <a:ext cx="348184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599"/>
              </a:lnSpc>
              <a:buNone/>
              <a:defRPr lang="en-US" sz="3099" b="1" i="0" kern="1200" dirty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Segoe UI Variable Semibold Display" pitchFamily="34" charset="-120"/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30" name="Text Placeholder 19">
            <a:extLst>
              <a:ext uri="{FF2B5EF4-FFF2-40B4-BE49-F238E27FC236}">
                <a16:creationId xmlns:a16="http://schemas.microsoft.com/office/drawing/2014/main" id="{4E46FA6F-2160-24B7-021B-9A07991B9E2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485743" y="8740533"/>
            <a:ext cx="3491895" cy="183659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000" b="1" i="0" u="none" strike="noStrike" kern="1200" baseline="0">
                <a:solidFill>
                  <a:srgbClr val="FEFFFE"/>
                </a:solidFill>
                <a:latin typeface="Segoe UI Variable Text Semibold" pitchFamily="2" charset="0"/>
              </a:rPr>
              <a:t>Tomorrow, AI becomes both a partner and a facilitator of the team, which mind melds their perspectives for faster shared vision to product.</a:t>
            </a:r>
          </a:p>
        </p:txBody>
      </p:sp>
      <p:sp>
        <p:nvSpPr>
          <p:cNvPr id="31" name="Text Placeholder 19">
            <a:extLst>
              <a:ext uri="{FF2B5EF4-FFF2-40B4-BE49-F238E27FC236}">
                <a16:creationId xmlns:a16="http://schemas.microsoft.com/office/drawing/2014/main" id="{71B7133A-23A4-0AD6-CE2B-4A52C054F60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2203631" y="7943354"/>
            <a:ext cx="3491895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2" name="Text Placeholder 19">
            <a:extLst>
              <a:ext uri="{FF2B5EF4-FFF2-40B4-BE49-F238E27FC236}">
                <a16:creationId xmlns:a16="http://schemas.microsoft.com/office/drawing/2014/main" id="{E4C9B303-6F54-1ECD-0DEF-CC04F2DF72E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2213686" y="7032372"/>
            <a:ext cx="348184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599"/>
              </a:lnSpc>
              <a:buNone/>
              <a:defRPr lang="en-US" sz="3099" b="1" i="0" kern="1200" dirty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Segoe UI Variable Semibold Display" pitchFamily="34" charset="-120"/>
              </a:defRPr>
            </a:lvl1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33" name="Text Placeholder 19">
            <a:extLst>
              <a:ext uri="{FF2B5EF4-FFF2-40B4-BE49-F238E27FC236}">
                <a16:creationId xmlns:a16="http://schemas.microsoft.com/office/drawing/2014/main" id="{F9445E2C-3BBA-6FAA-783F-BBE16C2D29D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2203633" y="8740533"/>
            <a:ext cx="3491895" cy="183659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000" b="1" i="0" u="none" strike="noStrike" kern="1200" baseline="0">
                <a:solidFill>
                  <a:srgbClr val="FEFFFE"/>
                </a:solidFill>
                <a:latin typeface="Segoe UI Variable Text Semibold" pitchFamily="2" charset="0"/>
              </a:rPr>
              <a:t>Tomorrow, AI becomes both a partner and a facilitator of the team, which mind melds their perspectives for faster shared vision to product.</a:t>
            </a:r>
          </a:p>
        </p:txBody>
      </p:sp>
      <p:sp>
        <p:nvSpPr>
          <p:cNvPr id="34" name="Text Placeholder 19">
            <a:extLst>
              <a:ext uri="{FF2B5EF4-FFF2-40B4-BE49-F238E27FC236}">
                <a16:creationId xmlns:a16="http://schemas.microsoft.com/office/drawing/2014/main" id="{40487BBE-BE72-087D-7BAD-52C6794CBAB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5931570" y="7943354"/>
            <a:ext cx="3491895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5" name="Text Placeholder 19">
            <a:extLst>
              <a:ext uri="{FF2B5EF4-FFF2-40B4-BE49-F238E27FC236}">
                <a16:creationId xmlns:a16="http://schemas.microsoft.com/office/drawing/2014/main" id="{F82DE218-3924-5725-018E-C4DC95C3A0D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5941624" y="7032372"/>
            <a:ext cx="348184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599"/>
              </a:lnSpc>
              <a:buNone/>
              <a:defRPr lang="en-US" sz="3099" b="1" i="0" kern="1200" dirty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Segoe UI Variable Semibold Display" pitchFamily="34" charset="-120"/>
              </a:defRPr>
            </a:lvl1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36" name="Text Placeholder 19">
            <a:extLst>
              <a:ext uri="{FF2B5EF4-FFF2-40B4-BE49-F238E27FC236}">
                <a16:creationId xmlns:a16="http://schemas.microsoft.com/office/drawing/2014/main" id="{3D249E77-8DB6-AE0D-ED70-3F3A2EF4E24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5931570" y="8740533"/>
            <a:ext cx="3491895" cy="183659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000" b="1" i="0" u="none" strike="noStrike" kern="1200" baseline="0">
                <a:solidFill>
                  <a:srgbClr val="FEFFFE"/>
                </a:solidFill>
                <a:latin typeface="Segoe UI Variable Text Semibold" pitchFamily="2" charset="0"/>
              </a:rPr>
              <a:t>Tomorrow, AI becomes both a partner and a facilitator of the team, which mind melds their perspectives for faster shared vision to product.</a:t>
            </a:r>
          </a:p>
        </p:txBody>
      </p:sp>
      <p:sp>
        <p:nvSpPr>
          <p:cNvPr id="37" name="Text Placeholder 19">
            <a:extLst>
              <a:ext uri="{FF2B5EF4-FFF2-40B4-BE49-F238E27FC236}">
                <a16:creationId xmlns:a16="http://schemas.microsoft.com/office/drawing/2014/main" id="{5E5A031A-E60C-495B-DAA2-327FA9B6D52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9659507" y="7943354"/>
            <a:ext cx="3491895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8" name="Text Placeholder 19">
            <a:extLst>
              <a:ext uri="{FF2B5EF4-FFF2-40B4-BE49-F238E27FC236}">
                <a16:creationId xmlns:a16="http://schemas.microsoft.com/office/drawing/2014/main" id="{E2FA7884-3D92-14BF-D759-0C98BDFE7DC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9669561" y="7032372"/>
            <a:ext cx="348184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599"/>
              </a:lnSpc>
              <a:buNone/>
              <a:defRPr lang="en-US" sz="3099" b="1" i="0" kern="1200" dirty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Segoe UI Variable Semibold Display" pitchFamily="34" charset="-120"/>
              </a:defRPr>
            </a:lvl1pPr>
          </a:lstStyle>
          <a:p>
            <a:pPr lvl="0"/>
            <a:r>
              <a:rPr lang="en-US"/>
              <a:t>06</a:t>
            </a:r>
          </a:p>
        </p:txBody>
      </p:sp>
      <p:sp>
        <p:nvSpPr>
          <p:cNvPr id="39" name="Text Placeholder 19">
            <a:extLst>
              <a:ext uri="{FF2B5EF4-FFF2-40B4-BE49-F238E27FC236}">
                <a16:creationId xmlns:a16="http://schemas.microsoft.com/office/drawing/2014/main" id="{3D6EAA8B-2A11-3BCC-1EEE-C55751C4D2FD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9659509" y="8740533"/>
            <a:ext cx="3491895" cy="183659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000" b="1" i="0" u="none" strike="noStrike" kern="1200" baseline="0">
                <a:solidFill>
                  <a:srgbClr val="FEFFFE"/>
                </a:solidFill>
                <a:latin typeface="Segoe UI Variable Text Semibold" pitchFamily="2" charset="0"/>
              </a:rPr>
              <a:t>Tomorrow, AI becomes both a partner and a facilitator of the team, which mind melds their perspectives for faster shared vision to product.</a:t>
            </a:r>
          </a:p>
        </p:txBody>
      </p:sp>
    </p:spTree>
    <p:extLst>
      <p:ext uri="{BB962C8B-B14F-4D97-AF65-F5344CB8AC3E}">
        <p14:creationId xmlns:p14="http://schemas.microsoft.com/office/powerpoint/2010/main" val="174414567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/subtitle only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DC24AF06-9E24-29B8-6CAD-503F1F6D1B7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0564" y="106680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  <a:p>
            <a:pPr lvl="0"/>
            <a:endParaRPr lang="en-US"/>
          </a:p>
        </p:txBody>
      </p:sp>
      <p:sp>
        <p:nvSpPr>
          <p:cNvPr id="6" name="Text Placeholder 19">
            <a:extLst>
              <a:ext uri="{FF2B5EF4-FFF2-40B4-BE49-F238E27FC236}">
                <a16:creationId xmlns:a16="http://schemas.microsoft.com/office/drawing/2014/main" id="{CC4C3579-39BD-FD7E-6A30-B13AA438333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40564" y="193040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Subtitle</a:t>
            </a:r>
          </a:p>
          <a:p>
            <a:pPr lvl="0"/>
            <a:endParaRPr lang="en-US"/>
          </a:p>
        </p:txBody>
      </p:sp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37FAA54B-2E67-1405-41E1-8BC64A2278D6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9359161" y="1104900"/>
            <a:ext cx="13887450" cy="11506200"/>
          </a:xfrm>
          <a:prstGeom prst="roundRect">
            <a:avLst>
              <a:gd name="adj" fmla="val 3505"/>
            </a:avLst>
          </a:prstGeom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09745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view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8CCBE980-1166-D64C-2757-75952975A306}"/>
              </a:ext>
            </a:extLst>
          </p:cNvPr>
          <p:cNvSpPr/>
          <p:nvPr userDrawn="1"/>
        </p:nvSpPr>
        <p:spPr>
          <a:xfrm>
            <a:off x="1143143" y="1143000"/>
            <a:ext cx="5334667" cy="11176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450" b="0" i="0">
              <a:latin typeface="Poppins" pitchFamily="2" charset="77"/>
            </a:endParaRPr>
          </a:p>
        </p:txBody>
      </p:sp>
      <p:sp>
        <p:nvSpPr>
          <p:cNvPr id="2" name="Text Placeholder 19">
            <a:extLst>
              <a:ext uri="{FF2B5EF4-FFF2-40B4-BE49-F238E27FC236}">
                <a16:creationId xmlns:a16="http://schemas.microsoft.com/office/drawing/2014/main" id="{14E009DD-D72C-4B45-F63A-1FE205A080E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13657" y="5018768"/>
            <a:ext cx="7010401" cy="1890092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>
                <a:solidFill>
                  <a:schemeClr val="bg1"/>
                </a:solidFill>
                <a:latin typeface="Poppins" pitchFamily="2" charset="77"/>
                <a:ea typeface="Segoe UI Variable Display Bold" pitchFamily="34" charset="-122"/>
                <a:cs typeface="Poppins" pitchFamily="2" charset="77"/>
              </a:defRPr>
            </a:lvl1pPr>
          </a:lstStyle>
          <a:p>
            <a:pPr rtl="0"/>
            <a:r>
              <a:rPr lang="en-US" sz="2999" b="1" i="0" u="none" strike="noStrike" kern="1200" baseline="0">
                <a:solidFill>
                  <a:srgbClr val="FEFFFE"/>
                </a:solidFill>
                <a:latin typeface="Segoe UI Variable Display" pitchFamily="2" charset="0"/>
              </a:rPr>
              <a:t>Demo title with just two or three lines</a:t>
            </a:r>
          </a:p>
        </p:txBody>
      </p:sp>
      <p:sp>
        <p:nvSpPr>
          <p:cNvPr id="4" name="Text Placeholder 19">
            <a:extLst>
              <a:ext uri="{FF2B5EF4-FFF2-40B4-BE49-F238E27FC236}">
                <a16:creationId xmlns:a16="http://schemas.microsoft.com/office/drawing/2014/main" id="{9AC83446-32E5-DE05-6E80-6BA7D80EE2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13657" y="696873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800"/>
              </a:lnSpc>
              <a:buNone/>
              <a:defRPr lang="en-US" sz="1400" b="0" i="0" kern="0" spc="-28" dirty="0">
                <a:solidFill>
                  <a:schemeClr val="tx2"/>
                </a:solidFill>
                <a:latin typeface="Aptos" panose="020B0004020202020204" pitchFamily="34" charset="0"/>
                <a:ea typeface="+mn-ea"/>
                <a:cs typeface="+mn-cs"/>
              </a:defRPr>
            </a:lvl1pPr>
          </a:lstStyle>
          <a:p>
            <a:pPr rtl="0"/>
            <a:r>
              <a:rPr lang="en-US" sz="1400" b="0" i="0" u="none" strike="noStrike" kern="1200" baseline="0">
                <a:solidFill>
                  <a:srgbClr val="969696"/>
                </a:solidFill>
                <a:latin typeface="Segoe UI Variable Display Semib" pitchFamily="2" charset="0"/>
              </a:rPr>
              <a:t>Short list or description</a:t>
            </a:r>
          </a:p>
        </p:txBody>
      </p:sp>
      <p:sp>
        <p:nvSpPr>
          <p:cNvPr id="16" name="Text Placeholder 19">
            <a:extLst>
              <a:ext uri="{FF2B5EF4-FFF2-40B4-BE49-F238E27FC236}">
                <a16:creationId xmlns:a16="http://schemas.microsoft.com/office/drawing/2014/main" id="{AB42CAD9-06F1-08CF-1BDC-B4B1C7C1A92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113657" y="3274792"/>
            <a:ext cx="7010401" cy="395508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000" b="0" i="0" u="none" strike="noStrike" kern="1200" baseline="0">
                <a:solidFill>
                  <a:srgbClr val="969696"/>
                </a:solidFill>
                <a:latin typeface="Segoe UI Variable Text Semibold" pitchFamily="2" charset="0"/>
              </a:rPr>
              <a:t>Public Preview / Q2 2025</a:t>
            </a:r>
            <a:endParaRPr lang="en-US" sz="1000" b="0" i="0" u="none" strike="noStrike" kern="1200" baseline="0">
              <a:solidFill>
                <a:srgbClr val="969696"/>
              </a:solidFill>
              <a:latin typeface="Calibri" panose="020F0502020204030204" pitchFamily="34" charset="0"/>
            </a:endParaRP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A044043-3763-4FD2-DBC5-3CE97B6763F0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10544175" y="1143000"/>
            <a:ext cx="12687300" cy="11315700"/>
          </a:xfrm>
          <a:prstGeom prst="roundRect">
            <a:avLst>
              <a:gd name="adj" fmla="val 3536"/>
            </a:avLst>
          </a:prstGeom>
          <a:noFill/>
          <a:ln w="38100">
            <a:gradFill>
              <a:gsLst>
                <a:gs pos="0">
                  <a:schemeClr val="accent3"/>
                </a:gs>
                <a:gs pos="32000">
                  <a:schemeClr val="accent6"/>
                </a:gs>
                <a:gs pos="65000">
                  <a:srgbClr val="8853F0"/>
                </a:gs>
                <a:gs pos="100000">
                  <a:schemeClr val="accent1"/>
                </a:gs>
              </a:gsLst>
              <a:lin ang="3000000" scaled="0"/>
            </a:gradFill>
          </a:ln>
          <a:effectLst>
            <a:glow rad="254000">
              <a:schemeClr val="accent4">
                <a:alpha val="9137"/>
              </a:schemeClr>
            </a:glo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lvl1pPr>
              <a:defRPr lang="en-US" sz="900" b="0" i="0" dirty="0">
                <a:latin typeface="Poppins" pitchFamily="2" charset="77"/>
              </a:defRPr>
            </a:lvl1pPr>
          </a:lstStyle>
          <a:p>
            <a:pPr marL="0" lvl="0"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4200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view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9">
            <a:extLst>
              <a:ext uri="{FF2B5EF4-FFF2-40B4-BE49-F238E27FC236}">
                <a16:creationId xmlns:a16="http://schemas.microsoft.com/office/drawing/2014/main" id="{FDB64B77-E38D-1ACA-5A15-6809BD7C672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123700" y="4219280"/>
            <a:ext cx="7010401" cy="1890092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33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2999" b="0" i="0" kern="0" spc="-60">
                <a:solidFill>
                  <a:schemeClr val="bg1"/>
                </a:solidFill>
                <a:latin typeface="Poppins" pitchFamily="2" charset="77"/>
                <a:ea typeface="Segoe UI Variable Display Bold" pitchFamily="34" charset="-122"/>
                <a:cs typeface="Segoe UI Variable Display Bold" pitchFamily="34" charset="-120"/>
              </a:defRPr>
            </a:lvl1pPr>
          </a:lstStyle>
          <a:p>
            <a:pPr marL="0" marR="0" lvl="0" indent="0" algn="l" defTabSz="457109" rtl="0" eaLnBrk="1" fontAlgn="auto" latinLnBrk="0" hangingPunct="1">
              <a:lnSpc>
                <a:spcPts val="33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99" b="1" i="0" u="none" strike="noStrike" kern="0" cap="none" spc="-60" normalizeH="0" baseline="0" noProof="0">
                <a:ln>
                  <a:noFill/>
                </a:ln>
                <a:effectLst/>
                <a:uLnTx/>
                <a:uFillTx/>
                <a:latin typeface="Segoe UI Variable Display" pitchFamily="2" charset="0"/>
                <a:ea typeface="Segoe UI Variable Display Bold" pitchFamily="34" charset="-122"/>
                <a:cs typeface="Segoe UI Variable Display Bold" pitchFamily="34" charset="-120"/>
              </a:rPr>
              <a:t>GitHub Copilot </a:t>
            </a:r>
            <a:br>
              <a:rPr kumimoji="0" lang="en-US" sz="2999" b="1" i="0" u="none" strike="noStrike" kern="0" cap="none" spc="-60" normalizeH="0" baseline="0" noProof="0">
                <a:ln>
                  <a:noFill/>
                </a:ln>
                <a:effectLst/>
                <a:uLnTx/>
                <a:uFillTx/>
                <a:latin typeface="Segoe UI Variable Display" pitchFamily="2" charset="0"/>
                <a:ea typeface="Segoe UI Variable Display Bold" pitchFamily="34" charset="-122"/>
                <a:cs typeface="Segoe UI Variable Display Bold" pitchFamily="34" charset="-120"/>
              </a:rPr>
            </a:br>
            <a:r>
              <a:rPr kumimoji="0" lang="en-US" sz="2999" b="1" i="0" u="none" strike="noStrike" kern="0" cap="none" spc="-60" normalizeH="0" baseline="0" noProof="0">
                <a:ln>
                  <a:noFill/>
                </a:ln>
                <a:effectLst/>
                <a:uLnTx/>
                <a:uFillTx/>
                <a:latin typeface="Segoe UI Variable Display" pitchFamily="2" charset="0"/>
                <a:ea typeface="Segoe UI Variable Display Bold" pitchFamily="34" charset="-122"/>
                <a:cs typeface="Segoe UI Variable Display Bold" pitchFamily="34" charset="-120"/>
              </a:rPr>
              <a:t>app modernization</a:t>
            </a:r>
          </a:p>
        </p:txBody>
      </p:sp>
      <p:sp>
        <p:nvSpPr>
          <p:cNvPr id="13" name="Text Placeholder 19">
            <a:extLst>
              <a:ext uri="{FF2B5EF4-FFF2-40B4-BE49-F238E27FC236}">
                <a16:creationId xmlns:a16="http://schemas.microsoft.com/office/drawing/2014/main" id="{EB6A5054-BEC7-5A53-61D2-95395DD6A0C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153844" y="6472056"/>
            <a:ext cx="7010401" cy="403814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1400" b="0" i="0" kern="0" spc="-28">
                <a:solidFill>
                  <a:schemeClr val="bg2"/>
                </a:solidFill>
                <a:latin typeface="Aptos" panose="020B0004020202020204" pitchFamily="34" charset="0"/>
                <a:ea typeface="+mn-ea"/>
                <a:cs typeface="+mn-cs"/>
              </a:defRPr>
            </a:lvl1pPr>
          </a:lstStyle>
          <a:p>
            <a:pPr rtl="0"/>
            <a:r>
              <a:rPr lang="en-US" sz="1400" b="0" i="0" u="none" strike="noStrike" kern="1200" baseline="0">
                <a:solidFill>
                  <a:srgbClr val="969696"/>
                </a:solidFill>
                <a:latin typeface="Segoe UI Variable Display Semib" pitchFamily="2" charset="0"/>
              </a:rPr>
              <a:t>Single entry point for code assessments, dependency updates, and remediation</a:t>
            </a:r>
          </a:p>
          <a:p>
            <a:pPr rtl="0"/>
            <a:endParaRPr lang="en-US" sz="1400" b="0" i="0" u="none" strike="noStrike" kern="1200" baseline="0">
              <a:solidFill>
                <a:srgbClr val="969696"/>
              </a:solidFill>
              <a:latin typeface="Segoe UI Variable Display Semib" pitchFamily="2" charset="0"/>
            </a:endParaRPr>
          </a:p>
          <a:p>
            <a:pPr rtl="0"/>
            <a:r>
              <a:rPr lang="en-US" sz="1400" b="0" i="0" u="none" strike="noStrike" kern="1200" baseline="0">
                <a:solidFill>
                  <a:srgbClr val="969696"/>
                </a:solidFill>
                <a:latin typeface="Segoe UI Variable Display Semib" pitchFamily="2" charset="0"/>
              </a:rPr>
              <a:t>Generates and executes update plans automatically</a:t>
            </a:r>
          </a:p>
          <a:p>
            <a:pPr rtl="0"/>
            <a:endParaRPr lang="en-US" sz="1400" b="0" i="0" u="none" strike="noStrike" kern="1200" baseline="0">
              <a:solidFill>
                <a:srgbClr val="969696"/>
              </a:solidFill>
              <a:latin typeface="Segoe UI Variable Display Semib" pitchFamily="2" charset="0"/>
            </a:endParaRPr>
          </a:p>
          <a:p>
            <a:pPr rtl="0"/>
            <a:r>
              <a:rPr lang="en-US" sz="1400" b="0" i="0" u="none" strike="noStrike" kern="1200" baseline="0">
                <a:solidFill>
                  <a:srgbClr val="969696"/>
                </a:solidFill>
                <a:latin typeface="Segoe UI Variable Display Semib" pitchFamily="2" charset="0"/>
              </a:rPr>
              <a:t>Gives you full visibility, control and clear summary of change</a:t>
            </a:r>
          </a:p>
          <a:p>
            <a:pPr rtl="0"/>
            <a:endParaRPr lang="en-US" sz="1400" b="0" i="0" u="none" strike="noStrike" kern="1200" baseline="0">
              <a:solidFill>
                <a:srgbClr val="969696"/>
              </a:solidFill>
              <a:latin typeface="Segoe UI Variable Display Semib" pitchFamily="2" charset="0"/>
            </a:endParaRPr>
          </a:p>
          <a:p>
            <a:pPr rtl="0"/>
            <a:endParaRPr lang="en-US" sz="1400" b="0" i="0" u="none" strike="noStrike" kern="1200" baseline="0">
              <a:solidFill>
                <a:srgbClr val="969696"/>
              </a:solidFill>
              <a:latin typeface="Segoe UI Variable Display Semib" pitchFamily="2" charset="0"/>
            </a:endParaRPr>
          </a:p>
        </p:txBody>
      </p:sp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D7D85207-8BBB-CCE1-CB12-F932B4FFD4BB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10544175" y="1143000"/>
            <a:ext cx="12687300" cy="11315700"/>
          </a:xfrm>
          <a:prstGeom prst="roundRect">
            <a:avLst>
              <a:gd name="adj" fmla="val 3536"/>
            </a:avLst>
          </a:prstGeom>
          <a:noFill/>
          <a:ln w="38100">
            <a:gradFill>
              <a:gsLst>
                <a:gs pos="0">
                  <a:schemeClr val="accent3"/>
                </a:gs>
                <a:gs pos="32000">
                  <a:schemeClr val="accent6"/>
                </a:gs>
                <a:gs pos="65000">
                  <a:srgbClr val="8853F0"/>
                </a:gs>
                <a:gs pos="100000">
                  <a:schemeClr val="accent1"/>
                </a:gs>
              </a:gsLst>
              <a:lin ang="3000000" scaled="0"/>
            </a:gradFill>
          </a:ln>
          <a:effectLst>
            <a:glow rad="254000">
              <a:schemeClr val="accent4">
                <a:alpha val="9137"/>
              </a:schemeClr>
            </a:glo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lvl1pPr>
              <a:defRPr lang="en-US" sz="900" b="0" i="0" dirty="0">
                <a:latin typeface="Poppins" pitchFamily="2" charset="77"/>
              </a:defRPr>
            </a:lvl1pPr>
          </a:lstStyle>
          <a:p>
            <a:pPr marL="0" lvl="0"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25640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 viz 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9">
            <a:extLst>
              <a:ext uri="{FF2B5EF4-FFF2-40B4-BE49-F238E27FC236}">
                <a16:creationId xmlns:a16="http://schemas.microsoft.com/office/drawing/2014/main" id="{3C71A080-C5F7-3D7A-CE3C-8281DA88A21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0564" y="106680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  <a:p>
            <a:pPr lvl="0"/>
            <a:endParaRPr lang="en-US"/>
          </a:p>
        </p:txBody>
      </p:sp>
      <p:sp>
        <p:nvSpPr>
          <p:cNvPr id="10" name="Text Placeholder 19">
            <a:extLst>
              <a:ext uri="{FF2B5EF4-FFF2-40B4-BE49-F238E27FC236}">
                <a16:creationId xmlns:a16="http://schemas.microsoft.com/office/drawing/2014/main" id="{43F615C3-0D3D-64FB-B1F4-704B554DD17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40564" y="193040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6800"/>
              </a:lnSpc>
              <a:buNone/>
              <a:defRPr lang="en-US" sz="2999" b="0" i="0" kern="0" spc="-60" dirty="0" smtClean="0">
                <a:solidFill>
                  <a:schemeClr val="tx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6800"/>
              </a:lnSpc>
              <a:buNone/>
            </a:pPr>
            <a:r>
              <a:rPr lang="en-US" sz="2999" kern="0" spc="-60">
                <a:solidFill>
                  <a:schemeClr val="bg2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Subtitle</a:t>
            </a:r>
            <a:endParaRPr lang="en-US" sz="2999">
              <a:solidFill>
                <a:schemeClr val="bg2"/>
              </a:solidFill>
            </a:endParaRPr>
          </a:p>
          <a:p>
            <a:pPr lvl="0"/>
            <a:endParaRPr lang="en-US"/>
          </a:p>
        </p:txBody>
      </p:sp>
      <p:sp>
        <p:nvSpPr>
          <p:cNvPr id="2" name="Text Placeholder 19">
            <a:extLst>
              <a:ext uri="{FF2B5EF4-FFF2-40B4-BE49-F238E27FC236}">
                <a16:creationId xmlns:a16="http://schemas.microsoft.com/office/drawing/2014/main" id="{97AA0460-DB38-3D50-3176-C8BB61D7DF5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113658" y="5515935"/>
            <a:ext cx="7037306" cy="1568154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28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1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Ask questions to deepen your knowledge, synthesize the information you gather, and tell compelling stories. Your contributions will be informed, impactful, and valuable.</a:t>
            </a:r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12" name="Text Placeholder 19">
            <a:extLst>
              <a:ext uri="{FF2B5EF4-FFF2-40B4-BE49-F238E27FC236}">
                <a16:creationId xmlns:a16="http://schemas.microsoft.com/office/drawing/2014/main" id="{1F1761AC-6860-62E8-20FB-998D7529F2E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03610" y="4751422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D59D7466-0AEC-D4BB-517D-FD4ECFC287CE}"/>
              </a:ext>
            </a:extLst>
          </p:cNvPr>
          <p:cNvSpPr>
            <a:spLocks noGrp="1"/>
          </p:cNvSpPr>
          <p:nvPr>
            <p:ph type="chart" sz="quarter" idx="28"/>
          </p:nvPr>
        </p:nvSpPr>
        <p:spPr>
          <a:xfrm>
            <a:off x="1158082" y="7734300"/>
            <a:ext cx="22071011" cy="4914900"/>
          </a:xfrm>
          <a:prstGeom prst="roundRect">
            <a:avLst>
              <a:gd name="adj" fmla="val 6783"/>
            </a:avLst>
          </a:prstGeom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95504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9">
            <a:extLst>
              <a:ext uri="{FF2B5EF4-FFF2-40B4-BE49-F238E27FC236}">
                <a16:creationId xmlns:a16="http://schemas.microsoft.com/office/drawing/2014/main" id="{1461B076-F1DB-DF34-533D-41856753CE9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447640" y="7986985"/>
            <a:ext cx="3491895" cy="515398"/>
          </a:xfrm>
          <a:prstGeom prst="rect">
            <a:avLst/>
          </a:prstGeom>
        </p:spPr>
        <p:txBody>
          <a:bodyPr/>
          <a:lstStyle>
            <a:lvl1pPr marL="0" indent="0" algn="ctr" defTabSz="457109" rtl="0" eaLnBrk="1" latinLnBrk="0" hangingPunct="1">
              <a:lnSpc>
                <a:spcPts val="44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ctr">
              <a:lnSpc>
                <a:spcPts val="4400"/>
              </a:lnSpc>
              <a:buNone/>
            </a:pPr>
            <a:r>
              <a:rPr lang="en-US" sz="1800" kern="0" spc="-36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Speaker name</a:t>
            </a:r>
            <a:endParaRPr lang="en-US" sz="1800">
              <a:solidFill>
                <a:schemeClr val="bg1"/>
              </a:solidFill>
            </a:endParaRPr>
          </a:p>
        </p:txBody>
      </p:sp>
      <p:sp>
        <p:nvSpPr>
          <p:cNvPr id="10" name="Text Placeholder 19">
            <a:extLst>
              <a:ext uri="{FF2B5EF4-FFF2-40B4-BE49-F238E27FC236}">
                <a16:creationId xmlns:a16="http://schemas.microsoft.com/office/drawing/2014/main" id="{2CB1C28C-300D-5125-D7BA-B821E0A0C1D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447640" y="8529595"/>
            <a:ext cx="3491895" cy="515398"/>
          </a:xfrm>
          <a:prstGeom prst="rect">
            <a:avLst/>
          </a:prstGeom>
        </p:spPr>
        <p:txBody>
          <a:bodyPr/>
          <a:lstStyle>
            <a:lvl1pPr marL="0" indent="0" algn="ctr" defTabSz="457109" rtl="0" eaLnBrk="1" latinLnBrk="0" hangingPunct="1">
              <a:lnSpc>
                <a:spcPts val="4400"/>
              </a:lnSpc>
              <a:buNone/>
              <a:defRPr lang="en-US" sz="1800" b="0" i="0" kern="0" spc="-36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ctr">
              <a:lnSpc>
                <a:spcPts val="4400"/>
              </a:lnSpc>
              <a:buNone/>
            </a:pPr>
            <a:r>
              <a:rPr lang="en-US" sz="1800" kern="0" spc="-36">
                <a:solidFill>
                  <a:schemeClr val="bg2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Title</a:t>
            </a:r>
            <a:endParaRPr lang="en-US" sz="1800"/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2D8E83FC-57E6-CD17-53A7-855EBA7C0C72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0499724" y="4335462"/>
            <a:ext cx="3387727" cy="3387728"/>
          </a:xfrm>
          <a:prstGeom prst="ellipse">
            <a:avLst/>
          </a:prstGeom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24636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6D34A49-E8B2-6533-BACD-DDD9E5B86722}"/>
              </a:ext>
            </a:extLst>
          </p:cNvPr>
          <p:cNvCxnSpPr>
            <a:cxnSpLocks/>
          </p:cNvCxnSpPr>
          <p:nvPr userDrawn="1"/>
        </p:nvCxnSpPr>
        <p:spPr>
          <a:xfrm>
            <a:off x="1136791" y="6232358"/>
            <a:ext cx="21351370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F7B5F278-8B80-F414-CEAD-B40CBB54EF63}"/>
              </a:ext>
            </a:extLst>
          </p:cNvPr>
          <p:cNvSpPr/>
          <p:nvPr userDrawn="1"/>
        </p:nvSpPr>
        <p:spPr>
          <a:xfrm>
            <a:off x="1136791" y="6121400"/>
            <a:ext cx="203200" cy="2032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50" b="0" i="0">
              <a:latin typeface="Poppins" pitchFamily="2" charset="77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F0DBECD-5629-6082-6EBB-F5B15437DC5F}"/>
              </a:ext>
            </a:extLst>
          </p:cNvPr>
          <p:cNvSpPr/>
          <p:nvPr userDrawn="1"/>
        </p:nvSpPr>
        <p:spPr>
          <a:xfrm>
            <a:off x="4722984" y="6121400"/>
            <a:ext cx="203200" cy="2032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50" b="0" i="0">
              <a:latin typeface="Poppins" pitchFamily="2" charset="77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7236D392-42AF-BDF4-01D5-A1F418C7BBA6}"/>
              </a:ext>
            </a:extLst>
          </p:cNvPr>
          <p:cNvSpPr/>
          <p:nvPr userDrawn="1"/>
        </p:nvSpPr>
        <p:spPr>
          <a:xfrm>
            <a:off x="8309177" y="6121400"/>
            <a:ext cx="203200" cy="2032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50" b="0" i="0">
              <a:latin typeface="Poppins" pitchFamily="2" charset="77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9BC77707-EF41-7588-5F2B-F8D966D2B090}"/>
              </a:ext>
            </a:extLst>
          </p:cNvPr>
          <p:cNvSpPr/>
          <p:nvPr userDrawn="1"/>
        </p:nvSpPr>
        <p:spPr>
          <a:xfrm>
            <a:off x="11895370" y="6121400"/>
            <a:ext cx="203200" cy="2032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50" b="0" i="0">
              <a:latin typeface="Poppins" pitchFamily="2" charset="77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34935974-7A27-0EAF-F65E-9CD1EF64F995}"/>
              </a:ext>
            </a:extLst>
          </p:cNvPr>
          <p:cNvSpPr/>
          <p:nvPr userDrawn="1"/>
        </p:nvSpPr>
        <p:spPr>
          <a:xfrm>
            <a:off x="15481563" y="6121400"/>
            <a:ext cx="203200" cy="2032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50" b="0" i="0">
              <a:latin typeface="Poppins" pitchFamily="2" charset="77"/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5ACF488-2BD4-FACB-396D-4D3924CEAC4B}"/>
              </a:ext>
            </a:extLst>
          </p:cNvPr>
          <p:cNvSpPr/>
          <p:nvPr userDrawn="1"/>
        </p:nvSpPr>
        <p:spPr>
          <a:xfrm>
            <a:off x="19067758" y="6121400"/>
            <a:ext cx="203200" cy="2032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50" b="0" i="0">
              <a:latin typeface="Poppins" pitchFamily="2" charset="77"/>
            </a:endParaRPr>
          </a:p>
        </p:txBody>
      </p:sp>
      <p:sp>
        <p:nvSpPr>
          <p:cNvPr id="32" name="Text Placeholder 19">
            <a:extLst>
              <a:ext uri="{FF2B5EF4-FFF2-40B4-BE49-F238E27FC236}">
                <a16:creationId xmlns:a16="http://schemas.microsoft.com/office/drawing/2014/main" id="{1D5F0C3D-DBD0-7AD6-5CEA-147A6FFEC4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0564" y="106680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Project title</a:t>
            </a:r>
          </a:p>
          <a:p>
            <a:pPr lvl="0"/>
            <a:endParaRPr lang="en-US"/>
          </a:p>
        </p:txBody>
      </p:sp>
      <p:sp>
        <p:nvSpPr>
          <p:cNvPr id="33" name="Text Placeholder 19">
            <a:extLst>
              <a:ext uri="{FF2B5EF4-FFF2-40B4-BE49-F238E27FC236}">
                <a16:creationId xmlns:a16="http://schemas.microsoft.com/office/drawing/2014/main" id="{068E72C3-BCA1-0293-4B72-E3392DFFDE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40564" y="193040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6800"/>
              </a:lnSpc>
              <a:buNone/>
              <a:defRPr lang="en-US" sz="2999" b="0" i="0" kern="0" spc="-60" dirty="0" smtClean="0">
                <a:solidFill>
                  <a:schemeClr val="tx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6800"/>
              </a:lnSpc>
              <a:buNone/>
            </a:pPr>
            <a:r>
              <a:rPr lang="en-US" sz="2999" kern="0" spc="-60">
                <a:solidFill>
                  <a:schemeClr val="bg2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Roadmap</a:t>
            </a:r>
            <a:endParaRPr lang="en-US" sz="2999">
              <a:solidFill>
                <a:schemeClr val="bg2"/>
              </a:solidFill>
            </a:endParaRPr>
          </a:p>
          <a:p>
            <a:pPr lvl="0"/>
            <a:endParaRPr lang="en-US"/>
          </a:p>
        </p:txBody>
      </p:sp>
      <p:sp>
        <p:nvSpPr>
          <p:cNvPr id="36" name="Text Placeholder 19">
            <a:extLst>
              <a:ext uri="{FF2B5EF4-FFF2-40B4-BE49-F238E27FC236}">
                <a16:creationId xmlns:a16="http://schemas.microsoft.com/office/drawing/2014/main" id="{7EE96189-8D1F-E245-1F6B-0BAB4B610A7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742118" y="1130303"/>
            <a:ext cx="7010401" cy="80009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New features in new release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50E778-2646-7DE1-F70C-32E5060E4F6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28214" y="6791158"/>
            <a:ext cx="3557059" cy="44026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400"/>
              </a:lnSpc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lvl="0"/>
            <a:r>
              <a:rPr lang="en-US"/>
              <a:t>Month</a:t>
            </a:r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378F2FC8-6C39-E2F6-5B4A-08B50CFA370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28217" y="7255587"/>
            <a:ext cx="3366088" cy="107473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100" b="0" i="0">
                <a:solidFill>
                  <a:schemeClr val="bg1"/>
                </a:solidFill>
                <a:latin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buNone/>
            </a:pPr>
            <a:r>
              <a:rPr lang="en-US" sz="900">
                <a:solidFill>
                  <a:schemeClr val="bg1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Detail of milestone happening at this point in time. Three or four lines are ideal.</a:t>
            </a:r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39F066E0-91B7-2498-04ED-A26B3EE7835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615475" y="6791158"/>
            <a:ext cx="3557059" cy="44026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400"/>
              </a:lnSpc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lvl="0"/>
            <a:r>
              <a:rPr lang="en-US"/>
              <a:t>Month</a:t>
            </a:r>
          </a:p>
        </p:txBody>
      </p:sp>
      <p:sp>
        <p:nvSpPr>
          <p:cNvPr id="40" name="Text Placeholder 37">
            <a:extLst>
              <a:ext uri="{FF2B5EF4-FFF2-40B4-BE49-F238E27FC236}">
                <a16:creationId xmlns:a16="http://schemas.microsoft.com/office/drawing/2014/main" id="{04F12F72-B4AC-01C9-E59E-A334BE5B53A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615478" y="7255587"/>
            <a:ext cx="3366088" cy="107473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100" b="0" i="0">
                <a:solidFill>
                  <a:schemeClr val="bg1"/>
                </a:solidFill>
                <a:latin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buNone/>
            </a:pPr>
            <a:r>
              <a:rPr lang="en-US" sz="900">
                <a:solidFill>
                  <a:schemeClr val="bg1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Detail of milestone happening at this point in time. Three or four lines are ideal.</a:t>
            </a:r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F4992439-7519-A93F-0602-FE954DF166E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02736" y="6791158"/>
            <a:ext cx="3557059" cy="44026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400"/>
              </a:lnSpc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lvl="0"/>
            <a:r>
              <a:rPr lang="en-US"/>
              <a:t>Month</a:t>
            </a:r>
          </a:p>
        </p:txBody>
      </p:sp>
      <p:sp>
        <p:nvSpPr>
          <p:cNvPr id="42" name="Text Placeholder 37">
            <a:extLst>
              <a:ext uri="{FF2B5EF4-FFF2-40B4-BE49-F238E27FC236}">
                <a16:creationId xmlns:a16="http://schemas.microsoft.com/office/drawing/2014/main" id="{0C9624DA-3D54-50F6-FBD0-315DD7D7C3E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202739" y="7255587"/>
            <a:ext cx="3366088" cy="107473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100" b="0" i="0">
                <a:solidFill>
                  <a:schemeClr val="bg1"/>
                </a:solidFill>
                <a:latin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buNone/>
            </a:pPr>
            <a:r>
              <a:rPr lang="en-US" sz="900">
                <a:solidFill>
                  <a:schemeClr val="bg1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Detail of milestone happening at this point in time. Three or four lines are ideal.</a:t>
            </a:r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C4A15BA1-6F75-5848-0BE5-9972EB528DF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1789997" y="6791158"/>
            <a:ext cx="3557059" cy="44026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400"/>
              </a:lnSpc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lvl="0"/>
            <a:r>
              <a:rPr lang="en-US"/>
              <a:t>Month</a:t>
            </a:r>
          </a:p>
        </p:txBody>
      </p:sp>
      <p:sp>
        <p:nvSpPr>
          <p:cNvPr id="44" name="Text Placeholder 37">
            <a:extLst>
              <a:ext uri="{FF2B5EF4-FFF2-40B4-BE49-F238E27FC236}">
                <a16:creationId xmlns:a16="http://schemas.microsoft.com/office/drawing/2014/main" id="{73272E5A-2D67-2FEC-5889-9532103D246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1790000" y="7255587"/>
            <a:ext cx="3366088" cy="107473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100" b="0" i="0">
                <a:solidFill>
                  <a:schemeClr val="bg1"/>
                </a:solidFill>
                <a:latin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buNone/>
            </a:pPr>
            <a:r>
              <a:rPr lang="en-US" sz="900">
                <a:solidFill>
                  <a:schemeClr val="bg1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Detail of milestone happening at this point in time. Three or four lines are ideal.</a:t>
            </a:r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45" name="Text Placeholder 2">
            <a:extLst>
              <a:ext uri="{FF2B5EF4-FFF2-40B4-BE49-F238E27FC236}">
                <a16:creationId xmlns:a16="http://schemas.microsoft.com/office/drawing/2014/main" id="{38CC13D9-910F-E88A-80F3-A1CE25C9358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5377260" y="6791158"/>
            <a:ext cx="3557059" cy="44026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400"/>
              </a:lnSpc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lvl="0"/>
            <a:r>
              <a:rPr lang="en-US"/>
              <a:t>Month</a:t>
            </a:r>
          </a:p>
        </p:txBody>
      </p:sp>
      <p:sp>
        <p:nvSpPr>
          <p:cNvPr id="46" name="Text Placeholder 37">
            <a:extLst>
              <a:ext uri="{FF2B5EF4-FFF2-40B4-BE49-F238E27FC236}">
                <a16:creationId xmlns:a16="http://schemas.microsoft.com/office/drawing/2014/main" id="{66D8D300-B95C-750F-BFB5-1D2B8AAB2E4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5377263" y="7255587"/>
            <a:ext cx="3366088" cy="107473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100" b="0" i="0">
                <a:solidFill>
                  <a:schemeClr val="bg1"/>
                </a:solidFill>
                <a:latin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buNone/>
            </a:pPr>
            <a:r>
              <a:rPr lang="en-US" sz="900">
                <a:solidFill>
                  <a:schemeClr val="bg1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Detail of milestone happening at this point in time. Three or four lines are ideal.</a:t>
            </a:r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47" name="Text Placeholder 2">
            <a:extLst>
              <a:ext uri="{FF2B5EF4-FFF2-40B4-BE49-F238E27FC236}">
                <a16:creationId xmlns:a16="http://schemas.microsoft.com/office/drawing/2014/main" id="{178A6E13-DFF2-3D21-D580-85A75DD2580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8964521" y="6791158"/>
            <a:ext cx="3557059" cy="44026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400"/>
              </a:lnSpc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lvl="0"/>
            <a:r>
              <a:rPr lang="en-US"/>
              <a:t>Month</a:t>
            </a:r>
          </a:p>
        </p:txBody>
      </p:sp>
      <p:sp>
        <p:nvSpPr>
          <p:cNvPr id="48" name="Text Placeholder 37">
            <a:extLst>
              <a:ext uri="{FF2B5EF4-FFF2-40B4-BE49-F238E27FC236}">
                <a16:creationId xmlns:a16="http://schemas.microsoft.com/office/drawing/2014/main" id="{F8E9ED62-697A-439E-557F-3829257383D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8964524" y="7255587"/>
            <a:ext cx="3366088" cy="107473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100" b="0" i="0">
                <a:solidFill>
                  <a:schemeClr val="bg1"/>
                </a:solidFill>
                <a:latin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buNone/>
            </a:pPr>
            <a:r>
              <a:rPr lang="en-US" sz="900">
                <a:solidFill>
                  <a:schemeClr val="bg1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Detail of milestone happening at this point in time. Three or four lines are ideal.</a:t>
            </a:r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49" name="Text Placeholder 19">
            <a:extLst>
              <a:ext uri="{FF2B5EF4-FFF2-40B4-BE49-F238E27FC236}">
                <a16:creationId xmlns:a16="http://schemas.microsoft.com/office/drawing/2014/main" id="{0111D9F3-0960-E05F-ABD5-D89EBDDDB7E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040245" y="5000538"/>
            <a:ext cx="2249465" cy="638204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 sz="1800" kern="0" spc="-36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Milestone</a:t>
            </a:r>
            <a:endParaRPr lang="en-US"/>
          </a:p>
        </p:txBody>
      </p:sp>
      <p:sp>
        <p:nvSpPr>
          <p:cNvPr id="50" name="Text Placeholder 19">
            <a:extLst>
              <a:ext uri="{FF2B5EF4-FFF2-40B4-BE49-F238E27FC236}">
                <a16:creationId xmlns:a16="http://schemas.microsoft.com/office/drawing/2014/main" id="{241F2E50-5A5E-851C-A57A-DE106226567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313" y="5000538"/>
            <a:ext cx="2249465" cy="638204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 sz="1800" kern="0" spc="-36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Milestone</a:t>
            </a:r>
            <a:endParaRPr lang="en-US"/>
          </a:p>
        </p:txBody>
      </p:sp>
      <p:sp>
        <p:nvSpPr>
          <p:cNvPr id="51" name="Text Placeholder 19">
            <a:extLst>
              <a:ext uri="{FF2B5EF4-FFF2-40B4-BE49-F238E27FC236}">
                <a16:creationId xmlns:a16="http://schemas.microsoft.com/office/drawing/2014/main" id="{B81E9B62-337A-7D2A-401E-01F56200D93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134381" y="5000538"/>
            <a:ext cx="2249465" cy="638204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 sz="1800" kern="0" spc="-36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Milestone</a:t>
            </a:r>
            <a:endParaRPr lang="en-US"/>
          </a:p>
        </p:txBody>
      </p:sp>
      <p:sp>
        <p:nvSpPr>
          <p:cNvPr id="52" name="Text Placeholder 19">
            <a:extLst>
              <a:ext uri="{FF2B5EF4-FFF2-40B4-BE49-F238E27FC236}">
                <a16:creationId xmlns:a16="http://schemas.microsoft.com/office/drawing/2014/main" id="{9C98AB01-F218-3028-A599-951ABD13A41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1681449" y="5000538"/>
            <a:ext cx="2249465" cy="638204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 sz="1800" kern="0" spc="-36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Milestone</a:t>
            </a:r>
            <a:endParaRPr lang="en-US"/>
          </a:p>
        </p:txBody>
      </p:sp>
      <p:sp>
        <p:nvSpPr>
          <p:cNvPr id="53" name="Text Placeholder 19">
            <a:extLst>
              <a:ext uri="{FF2B5EF4-FFF2-40B4-BE49-F238E27FC236}">
                <a16:creationId xmlns:a16="http://schemas.microsoft.com/office/drawing/2014/main" id="{EA0D7CEB-BCF8-88CA-1AEF-45FD42E8189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5349098" y="5000538"/>
            <a:ext cx="2249465" cy="638204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 sz="1800" kern="0" spc="-36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Milestone</a:t>
            </a:r>
            <a:endParaRPr lang="en-US"/>
          </a:p>
        </p:txBody>
      </p:sp>
      <p:sp>
        <p:nvSpPr>
          <p:cNvPr id="54" name="Text Placeholder 19">
            <a:extLst>
              <a:ext uri="{FF2B5EF4-FFF2-40B4-BE49-F238E27FC236}">
                <a16:creationId xmlns:a16="http://schemas.microsoft.com/office/drawing/2014/main" id="{4FAEA102-F667-DDD3-BA2C-B99E7C6352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8896166" y="5000538"/>
            <a:ext cx="2249465" cy="638204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 sz="1800" kern="0" spc="-36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Milestone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13526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2E72801E-F3B3-76DA-DC57-0276D87F411E}"/>
              </a:ext>
            </a:extLst>
          </p:cNvPr>
          <p:cNvSpPr/>
          <p:nvPr userDrawn="1"/>
        </p:nvSpPr>
        <p:spPr>
          <a:xfrm>
            <a:off x="10105384" y="2998788"/>
            <a:ext cx="4176282" cy="5816600"/>
          </a:xfrm>
          <a:prstGeom prst="roundRect">
            <a:avLst>
              <a:gd name="adj" fmla="val 4009"/>
            </a:avLst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45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ECAB2535-986A-5928-8411-E031B3B9FCD9}"/>
              </a:ext>
            </a:extLst>
          </p:cNvPr>
          <p:cNvSpPr/>
          <p:nvPr userDrawn="1"/>
        </p:nvSpPr>
        <p:spPr>
          <a:xfrm>
            <a:off x="1147122" y="2998788"/>
            <a:ext cx="4176282" cy="5816600"/>
          </a:xfrm>
          <a:prstGeom prst="roundRect">
            <a:avLst>
              <a:gd name="adj" fmla="val 4009"/>
            </a:avLst>
          </a:prstGeom>
          <a:solidFill>
            <a:srgbClr val="3635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45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C08EA4F-2695-1A87-B2B8-81F4665F4732}"/>
              </a:ext>
            </a:extLst>
          </p:cNvPr>
          <p:cNvSpPr/>
          <p:nvPr userDrawn="1"/>
        </p:nvSpPr>
        <p:spPr>
          <a:xfrm>
            <a:off x="19063647" y="2998788"/>
            <a:ext cx="4176282" cy="5816600"/>
          </a:xfrm>
          <a:prstGeom prst="roundRect">
            <a:avLst>
              <a:gd name="adj" fmla="val 4009"/>
            </a:avLst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45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A145E20-1E13-6952-0928-996DC519DB15}"/>
              </a:ext>
            </a:extLst>
          </p:cNvPr>
          <p:cNvSpPr/>
          <p:nvPr userDrawn="1"/>
        </p:nvSpPr>
        <p:spPr>
          <a:xfrm>
            <a:off x="12341965" y="9118600"/>
            <a:ext cx="10897963" cy="3454400"/>
          </a:xfrm>
          <a:prstGeom prst="roundRect">
            <a:avLst>
              <a:gd name="adj" fmla="val 4009"/>
            </a:avLst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45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624B87D-76EF-DD8B-D625-EF95FFBCDAD7}"/>
              </a:ext>
            </a:extLst>
          </p:cNvPr>
          <p:cNvSpPr/>
          <p:nvPr userDrawn="1"/>
        </p:nvSpPr>
        <p:spPr>
          <a:xfrm>
            <a:off x="1140566" y="9118600"/>
            <a:ext cx="10897963" cy="3454400"/>
          </a:xfrm>
          <a:prstGeom prst="roundRect">
            <a:avLst>
              <a:gd name="adj" fmla="val 4009"/>
            </a:avLst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45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19FA051-30FB-12EF-1A3B-5420FDB3E061}"/>
              </a:ext>
            </a:extLst>
          </p:cNvPr>
          <p:cNvSpPr/>
          <p:nvPr userDrawn="1"/>
        </p:nvSpPr>
        <p:spPr>
          <a:xfrm>
            <a:off x="5633396" y="2998788"/>
            <a:ext cx="4176282" cy="2755900"/>
          </a:xfrm>
          <a:prstGeom prst="roundRect">
            <a:avLst>
              <a:gd name="adj" fmla="val 4527"/>
            </a:avLst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45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269B9BA-693D-5C29-4793-E9AD1BCB8FC6}"/>
              </a:ext>
            </a:extLst>
          </p:cNvPr>
          <p:cNvSpPr/>
          <p:nvPr userDrawn="1"/>
        </p:nvSpPr>
        <p:spPr>
          <a:xfrm>
            <a:off x="5633396" y="6056312"/>
            <a:ext cx="4176282" cy="2755900"/>
          </a:xfrm>
          <a:prstGeom prst="roundRect">
            <a:avLst>
              <a:gd name="adj" fmla="val 4527"/>
            </a:avLst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45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C80E795-7FC8-D097-4D94-EA50BB0EBAD6}"/>
              </a:ext>
            </a:extLst>
          </p:cNvPr>
          <p:cNvSpPr/>
          <p:nvPr userDrawn="1"/>
        </p:nvSpPr>
        <p:spPr>
          <a:xfrm>
            <a:off x="14591659" y="2998788"/>
            <a:ext cx="4176282" cy="2755900"/>
          </a:xfrm>
          <a:prstGeom prst="roundRect">
            <a:avLst>
              <a:gd name="adj" fmla="val 4527"/>
            </a:avLst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45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FBE580C-645A-54F5-6552-2C604B78D514}"/>
              </a:ext>
            </a:extLst>
          </p:cNvPr>
          <p:cNvSpPr/>
          <p:nvPr userDrawn="1"/>
        </p:nvSpPr>
        <p:spPr>
          <a:xfrm>
            <a:off x="14591659" y="6056312"/>
            <a:ext cx="4176282" cy="2755900"/>
          </a:xfrm>
          <a:prstGeom prst="roundRect">
            <a:avLst>
              <a:gd name="adj" fmla="val 4527"/>
            </a:avLst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45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31" name="Text Placeholder 19">
            <a:extLst>
              <a:ext uri="{FF2B5EF4-FFF2-40B4-BE49-F238E27FC236}">
                <a16:creationId xmlns:a16="http://schemas.microsoft.com/office/drawing/2014/main" id="{A2D71D46-4A53-319E-4638-A67D5C687F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83509" y="1103244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4400"/>
              </a:lnSpc>
              <a:buNone/>
              <a:defRPr lang="en-US" sz="1800" b="0" i="0" kern="0" spc="-36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4400"/>
              </a:lnSpc>
              <a:buNone/>
            </a:pPr>
            <a:r>
              <a:rPr lang="en-US" sz="1800" kern="0" spc="-36">
                <a:solidFill>
                  <a:schemeClr val="bg2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Subtitle</a:t>
            </a:r>
            <a:endParaRPr lang="en-US" sz="1800">
              <a:solidFill>
                <a:schemeClr val="bg2"/>
              </a:solidFill>
            </a:endParaRPr>
          </a:p>
        </p:txBody>
      </p:sp>
      <p:sp>
        <p:nvSpPr>
          <p:cNvPr id="32" name="Text Placeholder 19">
            <a:extLst>
              <a:ext uri="{FF2B5EF4-FFF2-40B4-BE49-F238E27FC236}">
                <a16:creationId xmlns:a16="http://schemas.microsoft.com/office/drawing/2014/main" id="{133FB886-FF57-19AF-0A4D-7E0F975251F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83509" y="1659836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1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86ABE97-4550-BB35-04CE-50B646433E2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08863" y="3423967"/>
            <a:ext cx="3455024" cy="43973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400"/>
              </a:lnSpc>
              <a:buNone/>
              <a:defRPr lang="en-US" sz="1100" b="0" i="0" kern="1200" dirty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Visual Studio</a:t>
            </a:r>
          </a:p>
        </p:txBody>
      </p:sp>
      <p:sp>
        <p:nvSpPr>
          <p:cNvPr id="36" name="Text Placeholder 11">
            <a:extLst>
              <a:ext uri="{FF2B5EF4-FFF2-40B4-BE49-F238E27FC236}">
                <a16:creationId xmlns:a16="http://schemas.microsoft.com/office/drawing/2014/main" id="{0A795EA2-9A65-1A47-5947-81E6A1749E1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508863" y="4077109"/>
            <a:ext cx="3455024" cy="131885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800"/>
              </a:lnSpc>
              <a:buFont typeface="Wingdings" pitchFamily="2" charset="2"/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&gt; Item</a:t>
            </a:r>
            <a:endParaRPr lang="en-US" sz="1000">
              <a:solidFill>
                <a:schemeClr val="bg2"/>
              </a:solidFill>
            </a:endParaRPr>
          </a:p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&gt; Item</a:t>
            </a:r>
            <a:endParaRPr lang="en-US" sz="1000">
              <a:solidFill>
                <a:schemeClr val="bg2"/>
              </a:solidFill>
            </a:endParaRPr>
          </a:p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&gt; Item</a:t>
            </a:r>
            <a:endParaRPr lang="en-US" sz="1000">
              <a:solidFill>
                <a:schemeClr val="bg2"/>
              </a:solidFill>
            </a:endParaRPr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5B7620F3-B2C0-B194-DEA0-149CE706543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96971" y="3423967"/>
            <a:ext cx="3518818" cy="43973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400"/>
              </a:lnSpc>
              <a:buNone/>
              <a:defRPr lang="en-US" sz="1100" b="0" i="0" kern="1200" dirty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GitHub</a:t>
            </a:r>
          </a:p>
        </p:txBody>
      </p:sp>
      <p:sp>
        <p:nvSpPr>
          <p:cNvPr id="38" name="Text Placeholder 11">
            <a:extLst>
              <a:ext uri="{FF2B5EF4-FFF2-40B4-BE49-F238E27FC236}">
                <a16:creationId xmlns:a16="http://schemas.microsoft.com/office/drawing/2014/main" id="{628C123C-C80D-CEA8-6BA1-E9680242945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996971" y="4077109"/>
            <a:ext cx="3518818" cy="131885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800"/>
              </a:lnSpc>
              <a:buFont typeface="Wingdings" pitchFamily="2" charset="2"/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&gt; Item</a:t>
            </a:r>
            <a:endParaRPr lang="en-US" sz="1000">
              <a:solidFill>
                <a:schemeClr val="bg2"/>
              </a:solidFill>
            </a:endParaRPr>
          </a:p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&gt; Item</a:t>
            </a:r>
            <a:endParaRPr lang="en-US" sz="1000">
              <a:solidFill>
                <a:schemeClr val="bg2"/>
              </a:solidFill>
            </a:endParaRPr>
          </a:p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&gt; Item</a:t>
            </a:r>
            <a:endParaRPr lang="en-US" sz="1000">
              <a:solidFill>
                <a:schemeClr val="bg2"/>
              </a:solidFill>
            </a:endParaRPr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A9DA79F8-4CAE-1EC4-9373-75963FEE1E9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996971" y="6418375"/>
            <a:ext cx="3518818" cy="43973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400"/>
              </a:lnSpc>
              <a:buNone/>
              <a:defRPr lang="en-US" sz="1100" b="0" i="0" kern="1200" dirty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Azure</a:t>
            </a:r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1EE84F26-DA6E-E86D-60BB-B8034F5592E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996971" y="7071517"/>
            <a:ext cx="3518818" cy="131885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800"/>
              </a:lnSpc>
              <a:buFont typeface="Wingdings" pitchFamily="2" charset="2"/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Dolor sit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amet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,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consectetur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adipiscing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elit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, sed do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eiusmod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tempor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.</a:t>
            </a:r>
            <a:endParaRPr lang="en-US" sz="1000">
              <a:solidFill>
                <a:schemeClr val="bg2"/>
              </a:solidFill>
            </a:endParaRPr>
          </a:p>
        </p:txBody>
      </p:sp>
      <p:sp>
        <p:nvSpPr>
          <p:cNvPr id="41" name="Text Placeholder 11">
            <a:extLst>
              <a:ext uri="{FF2B5EF4-FFF2-40B4-BE49-F238E27FC236}">
                <a16:creationId xmlns:a16="http://schemas.microsoft.com/office/drawing/2014/main" id="{BB3A2383-F830-07D8-0764-C882357FB82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418246" y="3423967"/>
            <a:ext cx="3518818" cy="43973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400"/>
              </a:lnSpc>
              <a:buNone/>
              <a:defRPr lang="en-US" sz="1100" b="0" i="0" kern="1200" dirty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VS Code</a:t>
            </a:r>
          </a:p>
        </p:txBody>
      </p:sp>
      <p:sp>
        <p:nvSpPr>
          <p:cNvPr id="42" name="Text Placeholder 11">
            <a:extLst>
              <a:ext uri="{FF2B5EF4-FFF2-40B4-BE49-F238E27FC236}">
                <a16:creationId xmlns:a16="http://schemas.microsoft.com/office/drawing/2014/main" id="{7859223D-E906-7E6E-E267-7B1ED056B7E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418246" y="4077106"/>
            <a:ext cx="3518818" cy="180118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800"/>
              </a:lnSpc>
              <a:buFont typeface="Wingdings" pitchFamily="2" charset="2"/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Dolor sit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amet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, consectetur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adipiscing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elit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, sed do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eiusmod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tempor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incididunt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ut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labore et dolore magna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aliqua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.</a:t>
            </a:r>
            <a:endParaRPr lang="en-US" sz="1000">
              <a:solidFill>
                <a:schemeClr val="bg2"/>
              </a:solidFill>
            </a:endParaRPr>
          </a:p>
        </p:txBody>
      </p:sp>
      <p:sp>
        <p:nvSpPr>
          <p:cNvPr id="43" name="Text Placeholder 11">
            <a:extLst>
              <a:ext uri="{FF2B5EF4-FFF2-40B4-BE49-F238E27FC236}">
                <a16:creationId xmlns:a16="http://schemas.microsoft.com/office/drawing/2014/main" id="{D4F8004B-C7F7-50CF-E876-8D124024837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4909859" y="3423967"/>
            <a:ext cx="3518818" cy="43973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800"/>
              </a:lnSpc>
              <a:buNone/>
              <a:defRPr lang="en-US" sz="1100" b="0" i="0" kern="1200" dirty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1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Power Platforms</a:t>
            </a:r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44" name="Text Placeholder 11">
            <a:extLst>
              <a:ext uri="{FF2B5EF4-FFF2-40B4-BE49-F238E27FC236}">
                <a16:creationId xmlns:a16="http://schemas.microsoft.com/office/drawing/2014/main" id="{0C81BE12-6DEF-E252-19D0-5AD115D0CCE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909859" y="4077107"/>
            <a:ext cx="3518818" cy="91689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800"/>
              </a:lnSpc>
              <a:buFont typeface="Wingdings" pitchFamily="2" charset="2"/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Dolor sit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amet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, consectetur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adipiscing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elit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.</a:t>
            </a:r>
            <a:endParaRPr lang="en-US" sz="1000">
              <a:solidFill>
                <a:schemeClr val="bg2"/>
              </a:solidFill>
            </a:endParaRPr>
          </a:p>
        </p:txBody>
      </p:sp>
      <p:sp>
        <p:nvSpPr>
          <p:cNvPr id="45" name="Text Placeholder 11">
            <a:extLst>
              <a:ext uri="{FF2B5EF4-FFF2-40B4-BE49-F238E27FC236}">
                <a16:creationId xmlns:a16="http://schemas.microsoft.com/office/drawing/2014/main" id="{7EEE600B-D741-33A2-6D31-E2D8D958D14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9381375" y="3423967"/>
            <a:ext cx="3518818" cy="43973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800"/>
              </a:lnSpc>
              <a:buNone/>
              <a:defRPr lang="en-US" sz="1100" b="0" i="0" kern="1200" dirty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1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Customer segments</a:t>
            </a:r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46" name="Text Placeholder 11">
            <a:extLst>
              <a:ext uri="{FF2B5EF4-FFF2-40B4-BE49-F238E27FC236}">
                <a16:creationId xmlns:a16="http://schemas.microsoft.com/office/drawing/2014/main" id="{37CA04C9-8DEF-D303-5413-9657CE57879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9381375" y="4077106"/>
            <a:ext cx="3518818" cy="180118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800"/>
              </a:lnSpc>
              <a:buFont typeface="Wingdings" pitchFamily="2" charset="2"/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Dolor sit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amet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, consectetur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adipiscing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elit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, sed do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eiusmod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tempor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incididunt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ut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labore et dolore magna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aliqua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.</a:t>
            </a:r>
            <a:endParaRPr lang="en-US" sz="1000">
              <a:solidFill>
                <a:schemeClr val="bg2"/>
              </a:solidFill>
            </a:endParaRPr>
          </a:p>
        </p:txBody>
      </p:sp>
      <p:sp>
        <p:nvSpPr>
          <p:cNvPr id="47" name="Text Placeholder 11">
            <a:extLst>
              <a:ext uri="{FF2B5EF4-FFF2-40B4-BE49-F238E27FC236}">
                <a16:creationId xmlns:a16="http://schemas.microsoft.com/office/drawing/2014/main" id="{58352444-9C3C-333D-00D4-136BD651850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4909859" y="6418375"/>
            <a:ext cx="3518818" cy="43973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400"/>
              </a:lnSpc>
              <a:buNone/>
              <a:defRPr lang="en-US" sz="1100" b="0" i="0" kern="1200" dirty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.NET</a:t>
            </a:r>
          </a:p>
        </p:txBody>
      </p:sp>
      <p:sp>
        <p:nvSpPr>
          <p:cNvPr id="48" name="Text Placeholder 11">
            <a:extLst>
              <a:ext uri="{FF2B5EF4-FFF2-40B4-BE49-F238E27FC236}">
                <a16:creationId xmlns:a16="http://schemas.microsoft.com/office/drawing/2014/main" id="{F1BF7260-F03F-13E9-3B69-7FD308BFAB5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4909859" y="7071517"/>
            <a:ext cx="3518818" cy="131885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800"/>
              </a:lnSpc>
              <a:buFont typeface="Wingdings" pitchFamily="2" charset="2"/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&gt; Item</a:t>
            </a:r>
            <a:endParaRPr lang="en-US" sz="1000">
              <a:solidFill>
                <a:schemeClr val="bg2"/>
              </a:solidFill>
            </a:endParaRPr>
          </a:p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&gt; Item</a:t>
            </a:r>
            <a:endParaRPr lang="en-US" sz="1000">
              <a:solidFill>
                <a:schemeClr val="bg2"/>
              </a:solidFill>
            </a:endParaRPr>
          </a:p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&gt; Item</a:t>
            </a:r>
            <a:endParaRPr lang="en-US" sz="1000">
              <a:solidFill>
                <a:schemeClr val="bg2"/>
              </a:solidFill>
            </a:endParaRPr>
          </a:p>
        </p:txBody>
      </p:sp>
      <p:sp>
        <p:nvSpPr>
          <p:cNvPr id="49" name="Text Placeholder 11">
            <a:extLst>
              <a:ext uri="{FF2B5EF4-FFF2-40B4-BE49-F238E27FC236}">
                <a16:creationId xmlns:a16="http://schemas.microsoft.com/office/drawing/2014/main" id="{BC3F6136-BDBF-22BD-5D85-39FF3E82F5D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508863" y="9503219"/>
            <a:ext cx="3455024" cy="43973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800"/>
              </a:lnSpc>
              <a:buNone/>
              <a:defRPr lang="en-US" sz="1100" b="0" i="0" kern="1200" dirty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1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Other open source</a:t>
            </a:r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50" name="Text Placeholder 11">
            <a:extLst>
              <a:ext uri="{FF2B5EF4-FFF2-40B4-BE49-F238E27FC236}">
                <a16:creationId xmlns:a16="http://schemas.microsoft.com/office/drawing/2014/main" id="{5FFCC4BE-9479-50F2-8B22-BDBF731DFC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508862" y="10156361"/>
            <a:ext cx="10159663" cy="131885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800"/>
              </a:lnSpc>
              <a:buFont typeface="Wingdings" pitchFamily="2" charset="2"/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Dolor sit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amet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, consectetur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adipiscing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elit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, sed do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eiusmod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tempor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incididunt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ut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labore et dolore magna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aliqua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.</a:t>
            </a:r>
            <a:endParaRPr lang="en-US" sz="1000">
              <a:solidFill>
                <a:schemeClr val="bg2"/>
              </a:solidFill>
            </a:endParaRPr>
          </a:p>
        </p:txBody>
      </p:sp>
      <p:sp>
        <p:nvSpPr>
          <p:cNvPr id="51" name="Text Placeholder 11">
            <a:extLst>
              <a:ext uri="{FF2B5EF4-FFF2-40B4-BE49-F238E27FC236}">
                <a16:creationId xmlns:a16="http://schemas.microsoft.com/office/drawing/2014/main" id="{56C360BD-B8FC-5C93-1072-AF55C43B765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2712776" y="9503219"/>
            <a:ext cx="3455024" cy="43973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800"/>
              </a:lnSpc>
              <a:buNone/>
              <a:defRPr lang="en-US" sz="1100" b="0" i="0" kern="1200" dirty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1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Azure AI Foundry</a:t>
            </a:r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52" name="Text Placeholder 11">
            <a:extLst>
              <a:ext uri="{FF2B5EF4-FFF2-40B4-BE49-F238E27FC236}">
                <a16:creationId xmlns:a16="http://schemas.microsoft.com/office/drawing/2014/main" id="{352C7C83-7936-091F-4439-34CDB5EE110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2712775" y="10156361"/>
            <a:ext cx="10159663" cy="131885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800"/>
              </a:lnSpc>
              <a:buFont typeface="Wingdings" pitchFamily="2" charset="2"/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Dolor sit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amet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, consectetur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adipiscing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elit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, sed do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eiusmod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tempor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incididunt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ut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labore et dolore magna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aliqua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.</a:t>
            </a:r>
            <a:endParaRPr lang="en-US" sz="100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241610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points 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Placeholder 19">
            <a:extLst>
              <a:ext uri="{FF2B5EF4-FFF2-40B4-BE49-F238E27FC236}">
                <a16:creationId xmlns:a16="http://schemas.microsoft.com/office/drawing/2014/main" id="{812F4516-B7BA-BEFA-4780-633BDB5DE2C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83509" y="1103244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4400"/>
              </a:lnSpc>
              <a:buNone/>
              <a:defRPr lang="en-US" sz="1800" b="0" i="0" kern="0" spc="-36" dirty="0" smtClean="0">
                <a:solidFill>
                  <a:schemeClr val="tx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4400"/>
              </a:lnSpc>
              <a:buNone/>
            </a:pPr>
            <a:r>
              <a:rPr lang="en-US" sz="1800" kern="0" spc="-36">
                <a:solidFill>
                  <a:schemeClr val="bg2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Subtitle</a:t>
            </a:r>
            <a:endParaRPr lang="en-US" sz="1800">
              <a:solidFill>
                <a:schemeClr val="bg2"/>
              </a:solidFill>
            </a:endParaRPr>
          </a:p>
        </p:txBody>
      </p:sp>
      <p:sp>
        <p:nvSpPr>
          <p:cNvPr id="23" name="Text Placeholder 19">
            <a:extLst>
              <a:ext uri="{FF2B5EF4-FFF2-40B4-BE49-F238E27FC236}">
                <a16:creationId xmlns:a16="http://schemas.microsoft.com/office/drawing/2014/main" id="{14C7B3E5-66D1-A923-2396-A692EF097A5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83509" y="1659836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1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4" name="Text Placeholder 19">
            <a:extLst>
              <a:ext uri="{FF2B5EF4-FFF2-40B4-BE49-F238E27FC236}">
                <a16:creationId xmlns:a16="http://schemas.microsoft.com/office/drawing/2014/main" id="{C69E8F99-06B4-11A2-9E22-F55894D275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70061" y="5801530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5" name="Text Placeholder 19">
            <a:extLst>
              <a:ext uri="{FF2B5EF4-FFF2-40B4-BE49-F238E27FC236}">
                <a16:creationId xmlns:a16="http://schemas.microsoft.com/office/drawing/2014/main" id="{EB211761-62DE-1BD0-0F13-6C9BBD151D6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533179" y="5801530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6" name="Text Placeholder 19">
            <a:extLst>
              <a:ext uri="{FF2B5EF4-FFF2-40B4-BE49-F238E27FC236}">
                <a16:creationId xmlns:a16="http://schemas.microsoft.com/office/drawing/2014/main" id="{5186AC01-A512-7A5E-6CEE-9289E205EF3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996298" y="5801530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7" name="Text Placeholder 19">
            <a:extLst>
              <a:ext uri="{FF2B5EF4-FFF2-40B4-BE49-F238E27FC236}">
                <a16:creationId xmlns:a16="http://schemas.microsoft.com/office/drawing/2014/main" id="{0E46BC8D-7839-4E05-7177-5A7D07AFE83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70061" y="4978400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3099" b="1" i="0" kern="1200" dirty="0" smtClean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Poppins" pitchFamily="2" charset="77"/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28" name="Text Placeholder 19">
            <a:extLst>
              <a:ext uri="{FF2B5EF4-FFF2-40B4-BE49-F238E27FC236}">
                <a16:creationId xmlns:a16="http://schemas.microsoft.com/office/drawing/2014/main" id="{1A3F1DE1-9486-94F9-F8C4-FCA6A366A81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533179" y="4978400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3099" b="1" i="0" kern="1200" dirty="0" smtClean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Poppins" pitchFamily="2" charset="77"/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29" name="Text Placeholder 19">
            <a:extLst>
              <a:ext uri="{FF2B5EF4-FFF2-40B4-BE49-F238E27FC236}">
                <a16:creationId xmlns:a16="http://schemas.microsoft.com/office/drawing/2014/main" id="{1809FAA8-4438-1292-185B-80CEDAE49B7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5996298" y="4978400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3099" b="1" i="0" kern="1200" dirty="0" smtClean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Poppins" pitchFamily="2" charset="77"/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30" name="Text Placeholder 19">
            <a:extLst>
              <a:ext uri="{FF2B5EF4-FFF2-40B4-BE49-F238E27FC236}">
                <a16:creationId xmlns:a16="http://schemas.microsoft.com/office/drawing/2014/main" id="{425BD7DD-2C9A-6B18-7259-5C98CFE5D06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70061" y="6617010"/>
            <a:ext cx="7010401" cy="1155392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r>
              <a:rPr lang="en-US" sz="1000" b="1">
                <a:latin typeface="Segoe UI Variable Text Semibold" pitchFamily="2" charset="0"/>
              </a:rPr>
              <a:t>We're responsible for delivering a comprehensive set of AI-driven tools designed to assist developers in building applications.</a:t>
            </a:r>
          </a:p>
        </p:txBody>
      </p:sp>
      <p:sp>
        <p:nvSpPr>
          <p:cNvPr id="31" name="Text Placeholder 19">
            <a:extLst>
              <a:ext uri="{FF2B5EF4-FFF2-40B4-BE49-F238E27FC236}">
                <a16:creationId xmlns:a16="http://schemas.microsoft.com/office/drawing/2014/main" id="{CB8482BC-A013-BCE9-8E5B-C554713CC90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533179" y="6617010"/>
            <a:ext cx="7010401" cy="1155392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r>
              <a:rPr lang="en-US" sz="1000" b="1">
                <a:latin typeface="Segoe UI Variable Text Semibold" pitchFamily="2" charset="0"/>
              </a:rPr>
              <a:t>We're responsible for delivering a comprehensive set of AI-driven tools designed to assist developers in building applications.</a:t>
            </a:r>
          </a:p>
        </p:txBody>
      </p:sp>
      <p:sp>
        <p:nvSpPr>
          <p:cNvPr id="32" name="Text Placeholder 19">
            <a:extLst>
              <a:ext uri="{FF2B5EF4-FFF2-40B4-BE49-F238E27FC236}">
                <a16:creationId xmlns:a16="http://schemas.microsoft.com/office/drawing/2014/main" id="{463D4968-8D49-451E-3C9D-FB11A4255B2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994732" y="6617010"/>
            <a:ext cx="7010401" cy="1155392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r>
              <a:rPr lang="en-US" sz="1000" b="1">
                <a:latin typeface="Segoe UI Variable Text Semibold" pitchFamily="2" charset="0"/>
              </a:rPr>
              <a:t>We're responsible for delivering a comprehensive set of AI-driven tools designed to assist developers in building applications.</a:t>
            </a:r>
          </a:p>
        </p:txBody>
      </p:sp>
      <p:sp>
        <p:nvSpPr>
          <p:cNvPr id="33" name="Text Placeholder 19">
            <a:extLst>
              <a:ext uri="{FF2B5EF4-FFF2-40B4-BE49-F238E27FC236}">
                <a16:creationId xmlns:a16="http://schemas.microsoft.com/office/drawing/2014/main" id="{B6E23FF7-BF85-13BC-B407-71A856F1186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070061" y="9270870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4" name="Text Placeholder 19">
            <a:extLst>
              <a:ext uri="{FF2B5EF4-FFF2-40B4-BE49-F238E27FC236}">
                <a16:creationId xmlns:a16="http://schemas.microsoft.com/office/drawing/2014/main" id="{6575270B-ED3A-F933-53D2-94F8F53C2C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070061" y="8447742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3099" b="1" i="0" kern="1200" dirty="0" smtClean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Poppins" pitchFamily="2" charset="77"/>
              </a:defRPr>
            </a:lvl1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35" name="Text Placeholder 19">
            <a:extLst>
              <a:ext uri="{FF2B5EF4-FFF2-40B4-BE49-F238E27FC236}">
                <a16:creationId xmlns:a16="http://schemas.microsoft.com/office/drawing/2014/main" id="{53F97303-5622-B795-499D-0B796A7BF28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70061" y="10086350"/>
            <a:ext cx="7010401" cy="1155392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r>
              <a:rPr lang="en-US" sz="1000" b="1">
                <a:latin typeface="Segoe UI Variable Text Semibold" pitchFamily="2" charset="0"/>
              </a:rPr>
              <a:t>We're responsible for delivering a comprehensive set of AI-driven tools designed to assist developers in building applications.</a:t>
            </a:r>
          </a:p>
        </p:txBody>
      </p:sp>
      <p:sp>
        <p:nvSpPr>
          <p:cNvPr id="36" name="Text Placeholder 19">
            <a:extLst>
              <a:ext uri="{FF2B5EF4-FFF2-40B4-BE49-F238E27FC236}">
                <a16:creationId xmlns:a16="http://schemas.microsoft.com/office/drawing/2014/main" id="{E6B6A05E-31B4-B9BA-E1A6-763C8C26F66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33179" y="9270870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7" name="Text Placeholder 19">
            <a:extLst>
              <a:ext uri="{FF2B5EF4-FFF2-40B4-BE49-F238E27FC236}">
                <a16:creationId xmlns:a16="http://schemas.microsoft.com/office/drawing/2014/main" id="{ECBBC7AA-4D7B-695B-E49F-77FA353D639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533179" y="8447742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3099" b="1" i="0" kern="1200" dirty="0" smtClean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Poppins" pitchFamily="2" charset="77"/>
              </a:defRPr>
            </a:lvl1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38" name="Text Placeholder 19">
            <a:extLst>
              <a:ext uri="{FF2B5EF4-FFF2-40B4-BE49-F238E27FC236}">
                <a16:creationId xmlns:a16="http://schemas.microsoft.com/office/drawing/2014/main" id="{F95B2C93-E980-53CF-8849-C968A0522AD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533179" y="10086350"/>
            <a:ext cx="7010401" cy="1155392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r>
              <a:rPr lang="en-US" sz="1000" b="1">
                <a:latin typeface="Segoe UI Variable Text Semibold" pitchFamily="2" charset="0"/>
              </a:rPr>
              <a:t>We're responsible for delivering a comprehensive set of AI-driven tools designed to assist developers in building applications.</a:t>
            </a:r>
          </a:p>
        </p:txBody>
      </p:sp>
      <p:sp>
        <p:nvSpPr>
          <p:cNvPr id="39" name="Text Placeholder 19">
            <a:extLst>
              <a:ext uri="{FF2B5EF4-FFF2-40B4-BE49-F238E27FC236}">
                <a16:creationId xmlns:a16="http://schemas.microsoft.com/office/drawing/2014/main" id="{95E56D5D-5992-337A-90C2-56F2C5B5E1D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5994732" y="9270870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0" name="Text Placeholder 19">
            <a:extLst>
              <a:ext uri="{FF2B5EF4-FFF2-40B4-BE49-F238E27FC236}">
                <a16:creationId xmlns:a16="http://schemas.microsoft.com/office/drawing/2014/main" id="{37FD1B92-76A7-558B-C09E-FBA89070A89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5994732" y="8447742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3099" b="1" i="0" kern="1200" dirty="0" smtClean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Poppins" pitchFamily="2" charset="77"/>
              </a:defRPr>
            </a:lvl1pPr>
          </a:lstStyle>
          <a:p>
            <a:pPr lvl="0"/>
            <a:r>
              <a:rPr lang="en-US"/>
              <a:t>06</a:t>
            </a:r>
          </a:p>
        </p:txBody>
      </p:sp>
      <p:sp>
        <p:nvSpPr>
          <p:cNvPr id="41" name="Text Placeholder 19">
            <a:extLst>
              <a:ext uri="{FF2B5EF4-FFF2-40B4-BE49-F238E27FC236}">
                <a16:creationId xmlns:a16="http://schemas.microsoft.com/office/drawing/2014/main" id="{2DFB9F47-1CBA-FE2C-4366-0D621D6EC23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5994732" y="10086350"/>
            <a:ext cx="7010401" cy="1155392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r>
              <a:rPr lang="en-US" sz="1000" b="1">
                <a:latin typeface="Segoe UI Variable Text Semibold" pitchFamily="2" charset="0"/>
              </a:rPr>
              <a:t>We're responsible for delivering a comprehensive set of AI-driven tools designed to assist developers in building applications.</a:t>
            </a:r>
          </a:p>
        </p:txBody>
      </p:sp>
    </p:spTree>
    <p:extLst>
      <p:ext uri="{BB962C8B-B14F-4D97-AF65-F5344CB8AC3E}">
        <p14:creationId xmlns:p14="http://schemas.microsoft.com/office/powerpoint/2010/main" val="393066083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BAA1017A-767F-F9B2-E794-B78FEDB678A2}"/>
              </a:ext>
            </a:extLst>
          </p:cNvPr>
          <p:cNvSpPr/>
          <p:nvPr userDrawn="1"/>
        </p:nvSpPr>
        <p:spPr>
          <a:xfrm>
            <a:off x="1143143" y="1752600"/>
            <a:ext cx="5334667" cy="5588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450" b="0" i="0">
              <a:latin typeface="Poppins" pitchFamily="2" charset="77"/>
            </a:endParaRPr>
          </a:p>
        </p:txBody>
      </p:sp>
      <p:sp>
        <p:nvSpPr>
          <p:cNvPr id="8" name="Text Placeholder 19">
            <a:extLst>
              <a:ext uri="{FF2B5EF4-FFF2-40B4-BE49-F238E27FC236}">
                <a16:creationId xmlns:a16="http://schemas.microsoft.com/office/drawing/2014/main" id="{2AF196B8-1D58-272E-5E41-AE317E99EC3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53366" y="1100668"/>
            <a:ext cx="519671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600"/>
              </a:lnSpc>
              <a:buNone/>
              <a:defRPr lang="en-US" sz="1400" b="0" i="0" kern="0" spc="-28" dirty="0">
                <a:solidFill>
                  <a:schemeClr val="tx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3600"/>
              </a:lnSpc>
              <a:buNone/>
            </a:pPr>
            <a:r>
              <a:rPr lang="en-US" sz="1400" kern="0" spc="-28">
                <a:solidFill>
                  <a:schemeClr val="bg2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Product name</a:t>
            </a:r>
            <a:endParaRPr lang="en-US" sz="1400">
              <a:solidFill>
                <a:schemeClr val="bg2"/>
              </a:solidFill>
            </a:endParaRPr>
          </a:p>
        </p:txBody>
      </p:sp>
      <p:sp>
        <p:nvSpPr>
          <p:cNvPr id="9" name="Text Placeholder 19">
            <a:extLst>
              <a:ext uri="{FF2B5EF4-FFF2-40B4-BE49-F238E27FC236}">
                <a16:creationId xmlns:a16="http://schemas.microsoft.com/office/drawing/2014/main" id="{A8075CD2-771E-032E-859A-DE98AE8BEE4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53366" y="1709000"/>
            <a:ext cx="519671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4400"/>
              </a:lnSpc>
              <a:buNone/>
              <a:defRPr lang="en-US" sz="1800" b="1" i="0" kern="0" spc="-36" dirty="0" smtClean="0">
                <a:solidFill>
                  <a:srgbClr val="0F0F0F">
                    <a:alpha val="100000"/>
                  </a:srgbClr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4400"/>
              </a:lnSpc>
              <a:buNone/>
            </a:pPr>
            <a:r>
              <a:rPr lang="en-US" sz="1800" kern="0" spc="-36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Demo title</a:t>
            </a:r>
            <a:endParaRPr lang="en-US" sz="1800">
              <a:solidFill>
                <a:schemeClr val="bg1"/>
              </a:solidFill>
            </a:endParaRPr>
          </a:p>
        </p:txBody>
      </p:sp>
      <p:sp>
        <p:nvSpPr>
          <p:cNvPr id="5" name="Media Placeholder 11">
            <a:extLst>
              <a:ext uri="{FF2B5EF4-FFF2-40B4-BE49-F238E27FC236}">
                <a16:creationId xmlns:a16="http://schemas.microsoft.com/office/drawing/2014/main" id="{8D856E73-025A-E2CE-7E57-D65BA8ABBA6E}"/>
              </a:ext>
            </a:extLst>
          </p:cNvPr>
          <p:cNvSpPr>
            <a:spLocks noGrp="1"/>
          </p:cNvSpPr>
          <p:nvPr>
            <p:ph type="media" sz="quarter" idx="40"/>
          </p:nvPr>
        </p:nvSpPr>
        <p:spPr>
          <a:xfrm>
            <a:off x="7757652" y="1100668"/>
            <a:ext cx="15438898" cy="11440884"/>
          </a:xfrm>
          <a:prstGeom prst="roundRect">
            <a:avLst>
              <a:gd name="adj" fmla="val 3473"/>
            </a:avLst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78921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highlight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9">
            <a:extLst>
              <a:ext uri="{FF2B5EF4-FFF2-40B4-BE49-F238E27FC236}">
                <a16:creationId xmlns:a16="http://schemas.microsoft.com/office/drawing/2014/main" id="{9073EC8E-C16E-D369-C042-2F3F25A69CC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0564" y="106680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  <a:p>
            <a:pPr lvl="0"/>
            <a:endParaRPr lang="en-US"/>
          </a:p>
        </p:txBody>
      </p:sp>
      <p:sp>
        <p:nvSpPr>
          <p:cNvPr id="12" name="Text Placeholder 19">
            <a:extLst>
              <a:ext uri="{FF2B5EF4-FFF2-40B4-BE49-F238E27FC236}">
                <a16:creationId xmlns:a16="http://schemas.microsoft.com/office/drawing/2014/main" id="{27F304CE-B7B7-2431-1DAA-03E066C9AA8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40564" y="193040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 sz="2999" kern="0" spc="-60">
                <a:solidFill>
                  <a:schemeClr val="bg2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Subtitle</a:t>
            </a:r>
            <a:endParaRPr lang="en-US"/>
          </a:p>
        </p:txBody>
      </p:sp>
      <p:sp>
        <p:nvSpPr>
          <p:cNvPr id="13" name="Text Placeholder 19">
            <a:extLst>
              <a:ext uri="{FF2B5EF4-FFF2-40B4-BE49-F238E27FC236}">
                <a16:creationId xmlns:a16="http://schemas.microsoft.com/office/drawing/2014/main" id="{F459794F-CF1D-32FA-2AD2-76F3074616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742118" y="1130303"/>
            <a:ext cx="7010401" cy="80009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New features in new release</a:t>
            </a:r>
          </a:p>
        </p:txBody>
      </p:sp>
      <p:sp>
        <p:nvSpPr>
          <p:cNvPr id="14" name="Text Placeholder 19">
            <a:extLst>
              <a:ext uri="{FF2B5EF4-FFF2-40B4-BE49-F238E27FC236}">
                <a16:creationId xmlns:a16="http://schemas.microsoft.com/office/drawing/2014/main" id="{09EF05C4-F9A2-413D-F49D-C452C0BE0F3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693246" y="6686553"/>
            <a:ext cx="7010401" cy="800098"/>
          </a:xfrm>
          <a:prstGeom prst="rect">
            <a:avLst/>
          </a:prstGeom>
        </p:spPr>
        <p:txBody>
          <a:bodyPr/>
          <a:lstStyle>
            <a:lvl1pPr marL="0" indent="0" algn="ctr" defTabSz="457109" rtl="0" eaLnBrk="1" latinLnBrk="0" hangingPunct="1">
              <a:lnSpc>
                <a:spcPts val="44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ctr">
              <a:lnSpc>
                <a:spcPts val="4400"/>
              </a:lnSpc>
              <a:buNone/>
            </a:pPr>
            <a:r>
              <a:rPr lang="en-US" sz="1800" kern="0" spc="-36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of users prefer Microsoft</a:t>
            </a:r>
            <a:endParaRPr lang="en-US" sz="1800">
              <a:solidFill>
                <a:schemeClr val="bg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6E970A-38F0-9044-9A1F-FB9CF8012B4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693246" y="5275387"/>
            <a:ext cx="7010401" cy="1306286"/>
          </a:xfrm>
          <a:prstGeom prst="rect">
            <a:avLst/>
          </a:prstGeom>
        </p:spPr>
        <p:txBody>
          <a:bodyPr/>
          <a:lstStyle>
            <a:lvl1pPr marL="0" indent="0" algn="ctr" defTabSz="457109" rtl="0" eaLnBrk="1" latinLnBrk="0" hangingPunct="1">
              <a:lnSpc>
                <a:spcPts val="10800"/>
              </a:lnSpc>
              <a:buNone/>
              <a:defRPr lang="en-US" sz="4999" b="0" i="0" kern="0" spc="-200" dirty="0">
                <a:solidFill>
                  <a:schemeClr val="bg2"/>
                </a:solidFill>
                <a:latin typeface="Poppins" pitchFamily="2" charset="77"/>
                <a:ea typeface="Segoe UI Variable Display Bold" pitchFamily="34" charset="-122"/>
                <a:cs typeface="Poppins" pitchFamily="2" charset="77"/>
              </a:defRPr>
            </a:lvl1pPr>
          </a:lstStyle>
          <a:p>
            <a:pPr marL="0" indent="0" algn="ctr">
              <a:lnSpc>
                <a:spcPts val="10800"/>
              </a:lnSpc>
              <a:buNone/>
            </a:pPr>
            <a:r>
              <a:rPr lang="en-US" sz="4999" b="1" kern="0" spc="-200">
                <a:solidFill>
                  <a:schemeClr val="bg2"/>
                </a:solidFill>
                <a:latin typeface="Segoe UI Variable Display Semibold" pitchFamily="2" charset="0"/>
                <a:ea typeface="Segoe UI Variable Display Bold" pitchFamily="34" charset="-122"/>
                <a:cs typeface="Segoe UI Variable Display Bold" pitchFamily="34" charset="-120"/>
              </a:rPr>
              <a:t>95%</a:t>
            </a:r>
            <a:endParaRPr lang="en-US" sz="4999" b="1">
              <a:solidFill>
                <a:schemeClr val="bg2"/>
              </a:solidFill>
              <a:latin typeface="Segoe UI Variable Display Semibold" pitchFamily="2" charset="0"/>
            </a:endParaRPr>
          </a:p>
        </p:txBody>
      </p:sp>
      <p:sp>
        <p:nvSpPr>
          <p:cNvPr id="8" name="Text Placeholder 19">
            <a:extLst>
              <a:ext uri="{FF2B5EF4-FFF2-40B4-BE49-F238E27FC236}">
                <a16:creationId xmlns:a16="http://schemas.microsoft.com/office/drawing/2014/main" id="{A947F27F-37AA-5A6B-6FC1-993683EEAA0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227322" y="6686553"/>
            <a:ext cx="7010401" cy="800098"/>
          </a:xfrm>
          <a:prstGeom prst="rect">
            <a:avLst/>
          </a:prstGeom>
        </p:spPr>
        <p:txBody>
          <a:bodyPr/>
          <a:lstStyle>
            <a:lvl1pPr marL="0" indent="0" algn="ctr" defTabSz="457109" rtl="0" eaLnBrk="1" latinLnBrk="0" hangingPunct="1">
              <a:lnSpc>
                <a:spcPts val="44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ctr">
              <a:lnSpc>
                <a:spcPts val="4400"/>
              </a:lnSpc>
              <a:buNone/>
            </a:pPr>
            <a:r>
              <a:rPr lang="en-US" sz="1800" kern="0" spc="-36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of users prefer Microsoft</a:t>
            </a:r>
            <a:endParaRPr lang="en-US" sz="1800">
              <a:solidFill>
                <a:schemeClr val="bg1"/>
              </a:solidFill>
            </a:endParaRP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1FB3D27F-3AC7-6D93-0F65-54170E7AE84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227322" y="5275387"/>
            <a:ext cx="7010401" cy="1306286"/>
          </a:xfrm>
          <a:prstGeom prst="rect">
            <a:avLst/>
          </a:prstGeom>
        </p:spPr>
        <p:txBody>
          <a:bodyPr/>
          <a:lstStyle>
            <a:lvl1pPr marL="0" indent="0" algn="ctr" defTabSz="457109" rtl="0" eaLnBrk="1" latinLnBrk="0" hangingPunct="1">
              <a:lnSpc>
                <a:spcPts val="10800"/>
              </a:lnSpc>
              <a:buNone/>
              <a:defRPr lang="en-US" sz="4999" b="0" i="0" kern="0" spc="-200" dirty="0">
                <a:solidFill>
                  <a:schemeClr val="bg2"/>
                </a:solidFill>
                <a:latin typeface="Poppins" pitchFamily="2" charset="77"/>
                <a:ea typeface="Segoe UI Variable Display Bold" pitchFamily="34" charset="-122"/>
                <a:cs typeface="Poppins" pitchFamily="2" charset="77"/>
              </a:defRPr>
            </a:lvl1pPr>
          </a:lstStyle>
          <a:p>
            <a:pPr marL="0" indent="0" algn="ctr">
              <a:lnSpc>
                <a:spcPts val="10800"/>
              </a:lnSpc>
              <a:buNone/>
            </a:pPr>
            <a:r>
              <a:rPr lang="en-US" sz="4999" b="1" kern="0" spc="-200">
                <a:solidFill>
                  <a:schemeClr val="bg2"/>
                </a:solidFill>
                <a:latin typeface="Segoe UI Variable Display Semibold" pitchFamily="2" charset="0"/>
                <a:ea typeface="Segoe UI Variable Display Bold" pitchFamily="34" charset="-122"/>
                <a:cs typeface="Segoe UI Variable Display Bold" pitchFamily="34" charset="-120"/>
              </a:rPr>
              <a:t>95%</a:t>
            </a:r>
            <a:endParaRPr lang="en-US" sz="4999" b="1">
              <a:solidFill>
                <a:schemeClr val="bg2"/>
              </a:solidFill>
              <a:latin typeface="Segoe UI Variable Display Semibold" pitchFamily="2" charset="0"/>
            </a:endParaRPr>
          </a:p>
        </p:txBody>
      </p:sp>
      <p:sp>
        <p:nvSpPr>
          <p:cNvPr id="17" name="Text Placeholder 19">
            <a:extLst>
              <a:ext uri="{FF2B5EF4-FFF2-40B4-BE49-F238E27FC236}">
                <a16:creationId xmlns:a16="http://schemas.microsoft.com/office/drawing/2014/main" id="{A7FB7A8B-2C5A-EA02-F0D9-15BCE17F504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108929" y="6686553"/>
            <a:ext cx="7010401" cy="800098"/>
          </a:xfrm>
          <a:prstGeom prst="rect">
            <a:avLst/>
          </a:prstGeom>
        </p:spPr>
        <p:txBody>
          <a:bodyPr/>
          <a:lstStyle>
            <a:lvl1pPr marL="0" indent="0" algn="ctr" defTabSz="457109" rtl="0" eaLnBrk="1" latinLnBrk="0" hangingPunct="1">
              <a:lnSpc>
                <a:spcPts val="44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ctr">
              <a:lnSpc>
                <a:spcPts val="4400"/>
              </a:lnSpc>
              <a:buNone/>
            </a:pPr>
            <a:r>
              <a:rPr lang="en-US" sz="1800" kern="0" spc="-36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of users prefer Microsoft</a:t>
            </a:r>
            <a:endParaRPr lang="en-US" sz="1800">
              <a:solidFill>
                <a:schemeClr val="bg1"/>
              </a:solidFill>
            </a:endParaRP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94FC965F-C728-DFAE-51FC-465EA5E7E4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6108929" y="5275387"/>
            <a:ext cx="7010401" cy="1306286"/>
          </a:xfrm>
          <a:prstGeom prst="rect">
            <a:avLst/>
          </a:prstGeom>
        </p:spPr>
        <p:txBody>
          <a:bodyPr/>
          <a:lstStyle>
            <a:lvl1pPr marL="0" indent="0" algn="ctr" defTabSz="457109" rtl="0" eaLnBrk="1" latinLnBrk="0" hangingPunct="1">
              <a:lnSpc>
                <a:spcPts val="10800"/>
              </a:lnSpc>
              <a:buNone/>
              <a:defRPr lang="en-US" sz="4999" b="0" i="0" kern="0" spc="-200" dirty="0">
                <a:solidFill>
                  <a:schemeClr val="bg2"/>
                </a:solidFill>
                <a:latin typeface="Poppins" pitchFamily="2" charset="77"/>
                <a:ea typeface="Segoe UI Variable Display Bold" pitchFamily="34" charset="-122"/>
                <a:cs typeface="Poppins" pitchFamily="2" charset="77"/>
              </a:defRPr>
            </a:lvl1pPr>
          </a:lstStyle>
          <a:p>
            <a:pPr marL="0" indent="0" algn="ctr">
              <a:lnSpc>
                <a:spcPts val="10800"/>
              </a:lnSpc>
              <a:buNone/>
            </a:pPr>
            <a:r>
              <a:rPr lang="en-US" sz="4999" b="1" kern="0" spc="-200">
                <a:solidFill>
                  <a:schemeClr val="bg2"/>
                </a:solidFill>
                <a:latin typeface="Segoe UI Variable Display Semibold" pitchFamily="2" charset="0"/>
                <a:ea typeface="Segoe UI Variable Display Bold" pitchFamily="34" charset="-122"/>
                <a:cs typeface="Segoe UI Variable Display Bold" pitchFamily="34" charset="-120"/>
              </a:rPr>
              <a:t>95%</a:t>
            </a:r>
            <a:endParaRPr lang="en-US" sz="4999" b="1">
              <a:solidFill>
                <a:schemeClr val="bg2"/>
              </a:solidFill>
              <a:latin typeface="Segoe UI Variable Display Semi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992678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point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9">
            <a:extLst>
              <a:ext uri="{FF2B5EF4-FFF2-40B4-BE49-F238E27FC236}">
                <a16:creationId xmlns:a16="http://schemas.microsoft.com/office/drawing/2014/main" id="{C6DE723B-B28B-EBC1-6E40-64BC10424C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83509" y="1103244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4400"/>
              </a:lnSpc>
              <a:buNone/>
              <a:defRPr lang="en-US" sz="1800" b="0" i="0" kern="0" spc="-36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4400"/>
              </a:lnSpc>
              <a:buNone/>
            </a:pPr>
            <a:r>
              <a:rPr lang="en-US" sz="1800" kern="0" spc="-36">
                <a:solidFill>
                  <a:schemeClr val="bg2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Subtitle</a:t>
            </a:r>
            <a:endParaRPr lang="en-US" sz="1800">
              <a:solidFill>
                <a:schemeClr val="bg2"/>
              </a:solidFill>
            </a:endParaRPr>
          </a:p>
        </p:txBody>
      </p:sp>
      <p:sp>
        <p:nvSpPr>
          <p:cNvPr id="14" name="Text Placeholder 19">
            <a:extLst>
              <a:ext uri="{FF2B5EF4-FFF2-40B4-BE49-F238E27FC236}">
                <a16:creationId xmlns:a16="http://schemas.microsoft.com/office/drawing/2014/main" id="{7C53C2B9-339B-B9CA-D594-88D254F8055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83509" y="1659836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1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" name="Text Placeholder 19">
            <a:extLst>
              <a:ext uri="{FF2B5EF4-FFF2-40B4-BE49-F238E27FC236}">
                <a16:creationId xmlns:a16="http://schemas.microsoft.com/office/drawing/2014/main" id="{8043316E-25FB-DE88-AD4F-20F98B3B997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70061" y="5833302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" name="Text Placeholder 19">
            <a:extLst>
              <a:ext uri="{FF2B5EF4-FFF2-40B4-BE49-F238E27FC236}">
                <a16:creationId xmlns:a16="http://schemas.microsoft.com/office/drawing/2014/main" id="{D456C768-C982-33C6-7C49-D561398248C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70061" y="5010174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3099" b="1" i="0" kern="1200" dirty="0" smtClean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Poppins" pitchFamily="2" charset="77"/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15" name="Text Placeholder 19">
            <a:extLst>
              <a:ext uri="{FF2B5EF4-FFF2-40B4-BE49-F238E27FC236}">
                <a16:creationId xmlns:a16="http://schemas.microsoft.com/office/drawing/2014/main" id="{1B974D2C-78C7-F41F-50A2-1A7B942FDBC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70061" y="6648783"/>
            <a:ext cx="7010401" cy="183659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r>
              <a:rPr lang="en-US" sz="1000" b="0"/>
              <a:t>Baking security and trust into the development process ensures that all AI-driven tools and applications are built with security measures integrated from the beginning, protecting both the developers and the end-users.</a:t>
            </a:r>
            <a:endParaRPr lang="en-US" sz="1000" b="1">
              <a:latin typeface="Segoe UI Variable Text Semibold" pitchFamily="2" charset="0"/>
            </a:endParaRPr>
          </a:p>
        </p:txBody>
      </p:sp>
      <p:sp>
        <p:nvSpPr>
          <p:cNvPr id="16" name="Text Placeholder 19">
            <a:extLst>
              <a:ext uri="{FF2B5EF4-FFF2-40B4-BE49-F238E27FC236}">
                <a16:creationId xmlns:a16="http://schemas.microsoft.com/office/drawing/2014/main" id="{9883040D-98E9-F2A7-257B-F14720A8038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505841" y="5833302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7" name="Text Placeholder 19">
            <a:extLst>
              <a:ext uri="{FF2B5EF4-FFF2-40B4-BE49-F238E27FC236}">
                <a16:creationId xmlns:a16="http://schemas.microsoft.com/office/drawing/2014/main" id="{AE7DEE54-3A47-CB75-F874-A91FD60BB0D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505841" y="5010174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3099" b="1" i="0" kern="1200" dirty="0" smtClean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Poppins" pitchFamily="2" charset="77"/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18" name="Text Placeholder 19">
            <a:extLst>
              <a:ext uri="{FF2B5EF4-FFF2-40B4-BE49-F238E27FC236}">
                <a16:creationId xmlns:a16="http://schemas.microsoft.com/office/drawing/2014/main" id="{26F0B1DE-112E-38F1-6C3B-F0F2C61D4AA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505841" y="6648783"/>
            <a:ext cx="7010401" cy="183659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r>
              <a:rPr lang="en-US" sz="1000" b="0"/>
              <a:t>Baking security and trust into the development process ensures that all AI-driven tools and applications are built with security measures integrated from the beginning, protecting both the developers and the end-users.</a:t>
            </a:r>
            <a:endParaRPr lang="en-US" sz="1000" b="1">
              <a:latin typeface="Segoe UI Variable Text Semibold" pitchFamily="2" charset="0"/>
            </a:endParaRPr>
          </a:p>
        </p:txBody>
      </p:sp>
      <p:sp>
        <p:nvSpPr>
          <p:cNvPr id="19" name="Text Placeholder 19">
            <a:extLst>
              <a:ext uri="{FF2B5EF4-FFF2-40B4-BE49-F238E27FC236}">
                <a16:creationId xmlns:a16="http://schemas.microsoft.com/office/drawing/2014/main" id="{5E392566-4156-546D-8627-009FDB5AE19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5941623" y="5833302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824137E5-8D8D-F109-8E17-8ED6B89B09C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5941623" y="5010174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3099" b="1" i="0" kern="1200" dirty="0" smtClean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Poppins" pitchFamily="2" charset="77"/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2918D071-5763-5909-A6AB-183AEBADCE6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5941623" y="6648783"/>
            <a:ext cx="7010401" cy="183659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r>
              <a:rPr lang="en-US" sz="1000" b="0"/>
              <a:t>Baking security and trust into the development process ensures that all AI-driven tools and applications are built with security measures integrated from the beginning, protecting both the developers and the end-users.</a:t>
            </a:r>
            <a:endParaRPr lang="en-US" sz="1000" b="1">
              <a:latin typeface="Segoe UI Variable Text Semi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86644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>
            <a:extLst>
              <a:ext uri="{FF2B5EF4-FFF2-40B4-BE49-F238E27FC236}">
                <a16:creationId xmlns:a16="http://schemas.microsoft.com/office/drawing/2014/main" id="{E67ADACF-F79B-A473-9CBA-8A380C9E1801}"/>
              </a:ext>
            </a:extLst>
          </p:cNvPr>
          <p:cNvSpPr/>
          <p:nvPr userDrawn="1"/>
        </p:nvSpPr>
        <p:spPr>
          <a:xfrm>
            <a:off x="1270159" y="2451100"/>
            <a:ext cx="10897963" cy="25908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450" b="0" i="0">
              <a:latin typeface="Poppins" pitchFamily="2" charset="77"/>
            </a:endParaRPr>
          </a:p>
        </p:txBody>
      </p:sp>
      <p:sp>
        <p:nvSpPr>
          <p:cNvPr id="8" name="Text Placeholder 19">
            <a:extLst>
              <a:ext uri="{FF2B5EF4-FFF2-40B4-BE49-F238E27FC236}">
                <a16:creationId xmlns:a16="http://schemas.microsoft.com/office/drawing/2014/main" id="{623E3780-FEAF-C145-C230-9D3871E7B7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20787" y="2451101"/>
            <a:ext cx="10972801" cy="4017202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6800"/>
              </a:lnSpc>
              <a:buNone/>
              <a:defRPr lang="en-US" sz="2999" b="0" i="0" kern="0" spc="-36" dirty="0" smtClean="0">
                <a:solidFill>
                  <a:srgbClr val="0F0F0F">
                    <a:alpha val="100000"/>
                  </a:srgbClr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6800"/>
              </a:lnSpc>
              <a:buNone/>
            </a:pPr>
            <a:r>
              <a:rPr lang="en-US" sz="2999" kern="0" spc="-60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Azure AI Foundry provides a complete infrastructure for developing AI applications and agents.</a:t>
            </a:r>
          </a:p>
          <a:p>
            <a:pPr marL="0" indent="0" algn="l">
              <a:lnSpc>
                <a:spcPts val="6800"/>
              </a:lnSpc>
              <a:buNone/>
            </a:pPr>
            <a:endParaRPr lang="en-US" sz="2999" kern="0" spc="-60">
              <a:solidFill>
                <a:schemeClr val="bg1"/>
              </a:solidFill>
              <a:latin typeface="Segoe UI Variable Display Semibold" pitchFamily="34" charset="0"/>
              <a:ea typeface="Segoe UI Variable Display Semibold" pitchFamily="34" charset="-122"/>
              <a:cs typeface="Segoe UI Variable Display Semibold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7798590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- plai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>
            <a:extLst>
              <a:ext uri="{FF2B5EF4-FFF2-40B4-BE49-F238E27FC236}">
                <a16:creationId xmlns:a16="http://schemas.microsoft.com/office/drawing/2014/main" id="{E67ADACF-F79B-A473-9CBA-8A380C9E1801}"/>
              </a:ext>
            </a:extLst>
          </p:cNvPr>
          <p:cNvSpPr/>
          <p:nvPr userDrawn="1"/>
        </p:nvSpPr>
        <p:spPr>
          <a:xfrm>
            <a:off x="1270159" y="2451100"/>
            <a:ext cx="10897963" cy="25908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450" b="0" i="0">
              <a:latin typeface="Poppins" pitchFamily="2" charset="77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1323E9C-20E1-B4DE-5B0A-AF0EE813E3D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330882" y="4306094"/>
            <a:ext cx="11674476" cy="51038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lang="en-US" sz="4999" b="0" i="0" kern="0" spc="-60" dirty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 spc="-60"/>
              <a:t>A large statement looks great with 10 words or less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6162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ature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>
            <a:extLst>
              <a:ext uri="{FF2B5EF4-FFF2-40B4-BE49-F238E27FC236}">
                <a16:creationId xmlns:a16="http://schemas.microsoft.com/office/drawing/2014/main" id="{0256E2F0-88DF-8BF3-796F-C770A5748766}"/>
              </a:ext>
            </a:extLst>
          </p:cNvPr>
          <p:cNvSpPr/>
          <p:nvPr userDrawn="1"/>
        </p:nvSpPr>
        <p:spPr>
          <a:xfrm>
            <a:off x="1143146" y="1752600"/>
            <a:ext cx="10923364" cy="25908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450" b="0" i="0">
              <a:latin typeface="Poppins" pitchFamily="2" charset="77"/>
            </a:endParaRPr>
          </a:p>
        </p:txBody>
      </p:sp>
      <p:sp>
        <p:nvSpPr>
          <p:cNvPr id="2" name="Text Placeholder 19">
            <a:extLst>
              <a:ext uri="{FF2B5EF4-FFF2-40B4-BE49-F238E27FC236}">
                <a16:creationId xmlns:a16="http://schemas.microsoft.com/office/drawing/2014/main" id="{112F7974-15CA-0119-418A-955F7FE8380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60015" y="1705191"/>
            <a:ext cx="9721868" cy="263821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6800"/>
              </a:lnSpc>
              <a:buNone/>
              <a:defRPr lang="en-US" sz="2999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6800"/>
              </a:lnSpc>
              <a:buNone/>
            </a:pPr>
            <a:r>
              <a:rPr lang="en-US" sz="2999" kern="0" spc="-60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The new Visual Studio 18 has even more collaboration and smart features</a:t>
            </a:r>
            <a:endParaRPr lang="en-US" sz="2999">
              <a:solidFill>
                <a:schemeClr val="bg1"/>
              </a:solidFill>
            </a:endParaRPr>
          </a:p>
        </p:txBody>
      </p:sp>
      <p:sp>
        <p:nvSpPr>
          <p:cNvPr id="10" name="Text Placeholder 19">
            <a:extLst>
              <a:ext uri="{FF2B5EF4-FFF2-40B4-BE49-F238E27FC236}">
                <a16:creationId xmlns:a16="http://schemas.microsoft.com/office/drawing/2014/main" id="{4F7779C9-1927-0E1A-FFAF-4EA7EB2F7E9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60015" y="1023296"/>
            <a:ext cx="9721868" cy="63500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22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400" b="0" i="0" kern="0" spc="-28" dirty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marR="0" lvl="0" indent="0" algn="l" defTabSz="457109" rtl="0" eaLnBrk="1" fontAlgn="auto" latinLnBrk="0" hangingPunct="1">
              <a:lnSpc>
                <a:spcPts val="22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400" kern="0" spc="-28">
                <a:solidFill>
                  <a:schemeClr val="bg2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Caption</a:t>
            </a:r>
            <a:endParaRPr lang="en-US" sz="1400">
              <a:solidFill>
                <a:schemeClr val="bg2"/>
              </a:solidFill>
            </a:endParaRPr>
          </a:p>
          <a:p>
            <a:pPr lvl="0"/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225ACA3-70FE-0BE6-8FFA-6578279A506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49879" y="4620708"/>
            <a:ext cx="8877892" cy="3657636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bg2"/>
                </a:solidFill>
                <a:latin typeface="Aptos" panose="020B0004020202020204" pitchFamily="34" charset="0"/>
              </a:defRPr>
            </a:lvl1pPr>
          </a:lstStyle>
          <a:p>
            <a:pPr>
              <a:spcBef>
                <a:spcPts val="0"/>
              </a:spcBef>
            </a:pPr>
            <a:r>
              <a:rPr lang="en-US" kern="0" spc="-24">
                <a:latin typeface="Segoe UI Variable Display Semibold" pitchFamily="34" charset="0"/>
              </a:rPr>
              <a:t>Azure AI Foundry dolor sit </a:t>
            </a:r>
            <a:r>
              <a:rPr lang="en-US" kern="0" spc="-24" err="1">
                <a:latin typeface="Segoe UI Variable Display Semibold" pitchFamily="34" charset="0"/>
              </a:rPr>
              <a:t>amet</a:t>
            </a:r>
            <a:r>
              <a:rPr lang="en-US" kern="0" spc="-24">
                <a:latin typeface="Segoe UI Variable Display Semibold" pitchFamily="34" charset="0"/>
              </a:rPr>
              <a:t>, </a:t>
            </a:r>
            <a:r>
              <a:rPr lang="en-US" kern="0" spc="-24" err="1">
                <a:latin typeface="Segoe UI Variable Display Semibold" pitchFamily="34" charset="0"/>
              </a:rPr>
              <a:t>consectetur</a:t>
            </a:r>
            <a:r>
              <a:rPr lang="en-US" kern="0" spc="-24">
                <a:latin typeface="Segoe UI Variable Display Semibold" pitchFamily="34" charset="0"/>
              </a:rPr>
              <a:t> </a:t>
            </a:r>
            <a:r>
              <a:rPr lang="en-US" kern="0" spc="-24" err="1">
                <a:latin typeface="Segoe UI Variable Display Semibold" pitchFamily="34" charset="0"/>
              </a:rPr>
              <a:t>adipiscing</a:t>
            </a:r>
            <a:r>
              <a:rPr lang="en-US" kern="0" spc="-24">
                <a:latin typeface="Segoe UI Variable Display Semibold" pitchFamily="34" charset="0"/>
              </a:rPr>
              <a:t> </a:t>
            </a:r>
            <a:r>
              <a:rPr lang="en-US" kern="0" spc="-24" err="1">
                <a:latin typeface="Segoe UI Variable Display Semibold" pitchFamily="34" charset="0"/>
              </a:rPr>
              <a:t>elit</a:t>
            </a:r>
            <a:r>
              <a:rPr lang="en-US" kern="0" spc="-24">
                <a:latin typeface="Segoe UI Variable Display Semibold" pitchFamily="34" charset="0"/>
              </a:rPr>
              <a:t>, sed do </a:t>
            </a:r>
            <a:r>
              <a:rPr lang="en-US" kern="0" spc="-24" err="1">
                <a:latin typeface="Segoe UI Variable Display Semibold" pitchFamily="34" charset="0"/>
              </a:rPr>
              <a:t>eiusmod</a:t>
            </a:r>
            <a:r>
              <a:rPr lang="en-US" kern="0" spc="-24">
                <a:latin typeface="Segoe UI Variable Display Semibold" pitchFamily="34" charset="0"/>
              </a:rPr>
              <a:t> </a:t>
            </a:r>
            <a:r>
              <a:rPr lang="en-US" kern="0" spc="-24" err="1">
                <a:latin typeface="Segoe UI Variable Display Semibold" pitchFamily="34" charset="0"/>
              </a:rPr>
              <a:t>tempor</a:t>
            </a:r>
            <a:r>
              <a:rPr lang="en-US" kern="0" spc="-24">
                <a:latin typeface="Segoe UI Variable Display Semibold" pitchFamily="34" charset="0"/>
              </a:rPr>
              <a:t> </a:t>
            </a:r>
            <a:r>
              <a:rPr lang="en-US" kern="0" spc="-24" err="1">
                <a:latin typeface="Segoe UI Variable Display Semibold" pitchFamily="34" charset="0"/>
              </a:rPr>
              <a:t>incididunt</a:t>
            </a:r>
            <a:r>
              <a:rPr lang="en-US" kern="0" spc="-24">
                <a:latin typeface="Segoe UI Variable Display Semibold" pitchFamily="34" charset="0"/>
              </a:rPr>
              <a:t> </a:t>
            </a:r>
            <a:r>
              <a:rPr lang="en-US" kern="0" spc="-24" err="1">
                <a:latin typeface="Segoe UI Variable Display Semibold" pitchFamily="34" charset="0"/>
              </a:rPr>
              <a:t>ut</a:t>
            </a:r>
            <a:r>
              <a:rPr lang="en-US" kern="0" spc="-24">
                <a:latin typeface="Segoe UI Variable Display Semibold" pitchFamily="34" charset="0"/>
              </a:rPr>
              <a:t> labore et dolore magna </a:t>
            </a:r>
            <a:r>
              <a:rPr lang="en-US" kern="0" spc="-24" err="1">
                <a:latin typeface="Segoe UI Variable Display Semibold" pitchFamily="34" charset="0"/>
              </a:rPr>
              <a:t>aliqua</a:t>
            </a:r>
            <a:r>
              <a:rPr lang="en-US" kern="0" spc="-24">
                <a:latin typeface="Segoe UI Variable Display Semibold" pitchFamily="34" charset="0"/>
              </a:rPr>
              <a:t>. Ut </a:t>
            </a:r>
            <a:r>
              <a:rPr lang="en-US" kern="0" spc="-24" err="1">
                <a:latin typeface="Segoe UI Variable Display Semibold" pitchFamily="34" charset="0"/>
              </a:rPr>
              <a:t>enim</a:t>
            </a:r>
            <a:r>
              <a:rPr lang="en-US" kern="0" spc="-24">
                <a:latin typeface="Segoe UI Variable Display Semibold" pitchFamily="34" charset="0"/>
              </a:rPr>
              <a:t> ad minim </a:t>
            </a:r>
            <a:r>
              <a:rPr lang="en-US" kern="0" spc="-24" err="1">
                <a:latin typeface="Segoe UI Variable Display Semibold" pitchFamily="34" charset="0"/>
              </a:rPr>
              <a:t>veniam</a:t>
            </a:r>
            <a:r>
              <a:rPr lang="en-US" kern="0" spc="-24">
                <a:latin typeface="Segoe UI Variable Display Semibold" pitchFamily="34" charset="0"/>
              </a:rPr>
              <a:t>, </a:t>
            </a:r>
            <a:r>
              <a:rPr lang="en-US" kern="0" spc="-24" err="1">
                <a:latin typeface="Segoe UI Variable Display Semibold" pitchFamily="34" charset="0"/>
              </a:rPr>
              <a:t>quis</a:t>
            </a:r>
            <a:r>
              <a:rPr lang="en-US" kern="0" spc="-24">
                <a:latin typeface="Segoe UI Variable Display Semibold" pitchFamily="34" charset="0"/>
              </a:rPr>
              <a:t> </a:t>
            </a:r>
            <a:r>
              <a:rPr lang="en-US" kern="0" spc="-24" err="1">
                <a:latin typeface="Segoe UI Variable Display Semibold" pitchFamily="34" charset="0"/>
              </a:rPr>
              <a:t>nostrud</a:t>
            </a:r>
            <a:r>
              <a:rPr lang="en-US" kern="0" spc="-24">
                <a:latin typeface="Segoe UI Variable Display Semibold" pitchFamily="34" charset="0"/>
              </a:rPr>
              <a:t> exercitation </a:t>
            </a:r>
            <a:r>
              <a:rPr lang="en-US" kern="0" spc="-24" err="1">
                <a:latin typeface="Segoe UI Variable Display Semibold" pitchFamily="34" charset="0"/>
              </a:rPr>
              <a:t>ullamco</a:t>
            </a:r>
            <a:r>
              <a:rPr lang="en-US" kern="0" spc="-24">
                <a:latin typeface="Segoe UI Variable Display Semibold" pitchFamily="34" charset="0"/>
              </a:rPr>
              <a:t> </a:t>
            </a:r>
            <a:r>
              <a:rPr lang="en-US" kern="0" spc="-24" err="1">
                <a:latin typeface="Segoe UI Variable Display Semibold" pitchFamily="34" charset="0"/>
              </a:rPr>
              <a:t>laboris</a:t>
            </a:r>
            <a:r>
              <a:rPr lang="en-US" kern="0" spc="-24">
                <a:latin typeface="Segoe UI Variable Display Semibold" pitchFamily="34" charset="0"/>
              </a:rPr>
              <a:t> nisi </a:t>
            </a:r>
            <a:r>
              <a:rPr lang="en-US" kern="0" spc="-24" err="1">
                <a:latin typeface="Segoe UI Variable Display Semibold" pitchFamily="34" charset="0"/>
              </a:rPr>
              <a:t>ut</a:t>
            </a:r>
            <a:r>
              <a:rPr lang="en-US" kern="0" spc="-24">
                <a:latin typeface="Segoe UI Variable Display Semibold" pitchFamily="34" charset="0"/>
              </a:rPr>
              <a:t> </a:t>
            </a:r>
            <a:r>
              <a:rPr lang="en-US" kern="0" spc="-24" err="1">
                <a:latin typeface="Segoe UI Variable Display Semibold" pitchFamily="34" charset="0"/>
              </a:rPr>
              <a:t>aliquip</a:t>
            </a:r>
            <a:r>
              <a:rPr lang="en-US" kern="0" spc="-24">
                <a:latin typeface="Segoe UI Variable Display Semibold" pitchFamily="34" charset="0"/>
              </a:rPr>
              <a:t> ex </a:t>
            </a:r>
            <a:r>
              <a:rPr lang="en-US" kern="0" spc="-24" err="1">
                <a:latin typeface="Segoe UI Variable Display Semibold" pitchFamily="34" charset="0"/>
              </a:rPr>
              <a:t>ea</a:t>
            </a:r>
            <a:r>
              <a:rPr lang="en-US" kern="0" spc="-24">
                <a:latin typeface="Segoe UI Variable Display Semibold" pitchFamily="34" charset="0"/>
              </a:rPr>
              <a:t> </a:t>
            </a:r>
            <a:r>
              <a:rPr lang="en-US" kern="0" spc="-24" err="1">
                <a:latin typeface="Segoe UI Variable Display Semibold" pitchFamily="34" charset="0"/>
              </a:rPr>
              <a:t>commodo</a:t>
            </a:r>
            <a:r>
              <a:rPr lang="en-US" kern="0" spc="-24">
                <a:latin typeface="Segoe UI Variable Display Semibold" pitchFamily="34" charset="0"/>
              </a:rPr>
              <a:t> </a:t>
            </a:r>
            <a:r>
              <a:rPr lang="en-US" kern="0" spc="-24" err="1">
                <a:latin typeface="Segoe UI Variable Display Semibold" pitchFamily="34" charset="0"/>
              </a:rPr>
              <a:t>consequat</a:t>
            </a:r>
            <a:r>
              <a:rPr lang="en-US" kern="0" spc="-24">
                <a:latin typeface="Segoe UI Variable Display Semibold" pitchFamily="34" charset="0"/>
              </a:rPr>
              <a:t>.</a:t>
            </a:r>
          </a:p>
        </p:txBody>
      </p:sp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C5D96AC6-FF2D-F8C1-0CBC-D11DD057F032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12320588" y="1143000"/>
            <a:ext cx="11006137" cy="11430000"/>
          </a:xfrm>
          <a:prstGeom prst="roundRect">
            <a:avLst>
              <a:gd name="adj" fmla="val 4278"/>
            </a:avLst>
          </a:prstGeom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00937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9">
            <a:extLst>
              <a:ext uri="{FF2B5EF4-FFF2-40B4-BE49-F238E27FC236}">
                <a16:creationId xmlns:a16="http://schemas.microsoft.com/office/drawing/2014/main" id="{018E0206-ABFD-233B-CA82-D4589F7C8DB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57377" y="6096226"/>
            <a:ext cx="7010401" cy="1289312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0800"/>
              </a:lnSpc>
              <a:buNone/>
              <a:defRPr lang="en-US" sz="4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10800"/>
              </a:lnSpc>
              <a:buNone/>
            </a:pPr>
            <a:r>
              <a:rPr lang="en-US" sz="4999" kern="0" spc="-200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Section title</a:t>
            </a:r>
            <a:endParaRPr lang="en-US" sz="4999">
              <a:solidFill>
                <a:schemeClr val="bg1"/>
              </a:solidFill>
            </a:endParaRPr>
          </a:p>
        </p:txBody>
      </p:sp>
      <p:sp>
        <p:nvSpPr>
          <p:cNvPr id="8" name="Text Placeholder 19">
            <a:extLst>
              <a:ext uri="{FF2B5EF4-FFF2-40B4-BE49-F238E27FC236}">
                <a16:creationId xmlns:a16="http://schemas.microsoft.com/office/drawing/2014/main" id="{3293E78D-709C-33A8-2CDF-C6266EB45DB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39105" y="6096226"/>
            <a:ext cx="1553370" cy="1289312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5399"/>
              </a:lnSpc>
              <a:buNone/>
              <a:defRPr lang="en-US" sz="4999" b="0" i="0" kern="0" spc="-200" dirty="0">
                <a:solidFill>
                  <a:schemeClr val="tx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 sz="4999" kern="0" spc="-200">
                <a:solidFill>
                  <a:schemeClr val="bg2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01</a:t>
            </a:r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B84EBE4-D76E-246F-EA29-FA79222DA5F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621500" y="8761414"/>
            <a:ext cx="4383087" cy="4383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86047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9">
            <a:extLst>
              <a:ext uri="{FF2B5EF4-FFF2-40B4-BE49-F238E27FC236}">
                <a16:creationId xmlns:a16="http://schemas.microsoft.com/office/drawing/2014/main" id="{D1DA0781-BBE4-E3D7-52FC-37514CB1178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39107" y="6078642"/>
            <a:ext cx="7010401" cy="1289312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0800"/>
              </a:lnSpc>
              <a:buNone/>
              <a:defRPr lang="en-US" sz="4999" b="0" i="0" kern="0" spc="-60" dirty="0" smtClean="0">
                <a:solidFill>
                  <a:srgbClr val="0F0F0F">
                    <a:alpha val="100000"/>
                  </a:srgbClr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10800"/>
              </a:lnSpc>
              <a:buNone/>
            </a:pPr>
            <a:r>
              <a:rPr lang="en-US" sz="4999" kern="0" spc="-200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Thank you</a:t>
            </a:r>
            <a:endParaRPr lang="en-US" sz="4999">
              <a:solidFill>
                <a:schemeClr val="bg1"/>
              </a:solidFill>
            </a:endParaRPr>
          </a:p>
        </p:txBody>
      </p:sp>
      <p:pic>
        <p:nvPicPr>
          <p:cNvPr id="15" name="Picture 14" descr="A purple square object with white text&#10;&#10;AI-generated content may be incorrect.">
            <a:extLst>
              <a:ext uri="{FF2B5EF4-FFF2-40B4-BE49-F238E27FC236}">
                <a16:creationId xmlns:a16="http://schemas.microsoft.com/office/drawing/2014/main" id="{93B04985-6D98-3A22-ECB5-A16BB5BB940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9174" y="1714500"/>
            <a:ext cx="18288001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25307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heme 6 - Light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3AE8FFB8-AD83-E95E-37C6-3D334A0B290F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0" y="-2208210"/>
            <a:ext cx="3251623" cy="1828800"/>
            <a:chOff x="0" y="0"/>
            <a:chExt cx="20574000" cy="68580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8A417764-E64C-0FD3-4B50-B3AC779683DB}"/>
                </a:ext>
              </a:extLst>
            </p:cNvPr>
            <p:cNvSpPr>
              <a:spLocks noChangeAspect="1"/>
            </p:cNvSpPr>
            <p:nvPr userDrawn="1"/>
          </p:nvSpPr>
          <p:spPr bwMode="auto">
            <a:xfrm>
              <a:off x="0" y="0"/>
              <a:ext cx="20574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 defTabSz="221984" fontAlgn="base">
                <a:spcBef>
                  <a:spcPct val="0"/>
                </a:spcBef>
                <a:spcAft>
                  <a:spcPct val="0"/>
                </a:spcAft>
              </a:pPr>
              <a:endParaRPr lang="en-US" sz="476" err="1">
                <a:solidFill>
                  <a:srgbClr val="FFFFFF"/>
                </a:solidFill>
                <a:ea typeface="Segoe UI" pitchFamily="34" charset="0"/>
                <a:cs typeface="Segoe UI" pitchFamily="34" charset="0"/>
              </a:endParaRP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A0557B51-36CF-AE06-6DE8-82ACAB9465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email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0" y="0"/>
              <a:ext cx="20574000" cy="6858000"/>
            </a:xfrm>
            <a:prstGeom prst="rect">
              <a:avLst/>
            </a:prstGeom>
          </p:spPr>
        </p:pic>
        <p:sp>
          <p:nvSpPr>
            <p:cNvPr id="5" name="Rectangle 4">
              <a:hlinkClick r:id="" action="ppaction://noaction"/>
              <a:extLst>
                <a:ext uri="{FF2B5EF4-FFF2-40B4-BE49-F238E27FC236}">
                  <a16:creationId xmlns:a16="http://schemas.microsoft.com/office/drawing/2014/main" id="{F5EA9A8B-89D0-947D-C76B-555C20C9BC95}"/>
                </a:ext>
              </a:extLst>
            </p:cNvPr>
            <p:cNvSpPr>
              <a:spLocks noChangeAspect="1"/>
            </p:cNvSpPr>
            <p:nvPr userDrawn="1"/>
          </p:nvSpPr>
          <p:spPr bwMode="auto">
            <a:xfrm>
              <a:off x="0" y="0"/>
              <a:ext cx="20574000" cy="6858000"/>
            </a:xfrm>
            <a:prstGeom prst="rect">
              <a:avLst/>
            </a:prstGeom>
            <a:gradFill flip="none" rotWithShape="1">
              <a:gsLst>
                <a:gs pos="60000">
                  <a:srgbClr val="E2F1F9">
                    <a:alpha val="60000"/>
                  </a:srgbClr>
                </a:gs>
                <a:gs pos="0">
                  <a:srgbClr val="FFECEE">
                    <a:alpha val="60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R="0" lvl="0" indent="0" defTabSz="221984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76" b="0" i="0" u="none" strike="noStrike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Segoe UI"/>
                <a:cs typeface="Segoe UI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89349648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65149D-A1B8-B2D3-E953-FB60BFD09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1" y="730251"/>
            <a:ext cx="21034374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A02972-5B2C-F932-B3DB-C2BACEB77D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76401" y="3651250"/>
            <a:ext cx="21034374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14771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714" r:id="rId2"/>
    <p:sldLayoutId id="2147483677" r:id="rId3"/>
    <p:sldLayoutId id="2147483716" r:id="rId4"/>
    <p:sldLayoutId id="2147483718" r:id="rId5"/>
    <p:sldLayoutId id="2147483717" r:id="rId6"/>
    <p:sldLayoutId id="2147483720" r:id="rId7"/>
    <p:sldLayoutId id="2147483719" r:id="rId8"/>
    <p:sldLayoutId id="2147483715" r:id="rId9"/>
    <p:sldLayoutId id="2147483679" r:id="rId10"/>
    <p:sldLayoutId id="2147483680" r:id="rId11"/>
    <p:sldLayoutId id="2147483711" r:id="rId12"/>
    <p:sldLayoutId id="2147483681" r:id="rId13"/>
    <p:sldLayoutId id="2147483682" r:id="rId14"/>
    <p:sldLayoutId id="2147483683" r:id="rId15"/>
    <p:sldLayoutId id="2147483684" r:id="rId16"/>
    <p:sldLayoutId id="2147483685" r:id="rId17"/>
    <p:sldLayoutId id="2147483686" r:id="rId18"/>
    <p:sldLayoutId id="2147483687" r:id="rId19"/>
    <p:sldLayoutId id="2147483688" r:id="rId20"/>
    <p:sldLayoutId id="2147483689" r:id="rId21"/>
    <p:sldLayoutId id="2147483690" r:id="rId22"/>
    <p:sldLayoutId id="2147483691" r:id="rId23"/>
    <p:sldLayoutId id="2147483692" r:id="rId24"/>
    <p:sldLayoutId id="2147483693" r:id="rId25"/>
    <p:sldLayoutId id="2147483694" r:id="rId26"/>
    <p:sldLayoutId id="2147483695" r:id="rId27"/>
    <p:sldLayoutId id="2147483696" r:id="rId28"/>
    <p:sldLayoutId id="2147483697" r:id="rId29"/>
    <p:sldLayoutId id="2147483698" r:id="rId30"/>
    <p:sldLayoutId id="2147483699" r:id="rId31"/>
    <p:sldLayoutId id="2147483700" r:id="rId32"/>
    <p:sldLayoutId id="2147483701" r:id="rId33"/>
    <p:sldLayoutId id="2147483702" r:id="rId34"/>
    <p:sldLayoutId id="2147483713" r:id="rId35"/>
  </p:sldLayoutIdLst>
  <p:hf sldNum="0" hdr="0" ftr="0" dt="0"/>
  <p:txStyles>
    <p:titleStyle>
      <a:lvl1pPr algn="l" defTabSz="457109" rtl="0" eaLnBrk="1" latinLnBrk="0" hangingPunct="1">
        <a:spcBef>
          <a:spcPct val="0"/>
        </a:spcBef>
        <a:buNone/>
        <a:defRPr sz="2999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171416" indent="-171416" algn="l" defTabSz="457109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1pPr>
      <a:lvl2pPr marL="371401" indent="-142846" algn="l" defTabSz="457109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bg1"/>
          </a:solidFill>
          <a:latin typeface="+mn-lt"/>
          <a:ea typeface="+mn-ea"/>
          <a:cs typeface="+mn-cs"/>
        </a:defRPr>
      </a:lvl2pPr>
      <a:lvl3pPr marL="571386" indent="-114277" algn="l" defTabSz="457109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3pPr>
      <a:lvl4pPr marL="799940" indent="-114277" algn="l" defTabSz="457109" rtl="0" eaLnBrk="1" latinLnBrk="0" hangingPunct="1">
        <a:spcBef>
          <a:spcPct val="20000"/>
        </a:spcBef>
        <a:buFont typeface="Arial" pitchFamily="34" charset="0"/>
        <a:buChar char="–"/>
        <a:defRPr sz="1400" kern="1200">
          <a:solidFill>
            <a:schemeClr val="bg1"/>
          </a:solidFill>
          <a:latin typeface="+mn-lt"/>
          <a:ea typeface="+mn-ea"/>
          <a:cs typeface="+mn-cs"/>
        </a:defRPr>
      </a:lvl4pPr>
      <a:lvl5pPr marL="1028494" indent="-114277" algn="l" defTabSz="457109" rtl="0" eaLnBrk="1" latinLnBrk="0" hangingPunct="1">
        <a:spcBef>
          <a:spcPct val="20000"/>
        </a:spcBef>
        <a:buFont typeface="Arial" pitchFamily="34" charset="0"/>
        <a:buChar char="»"/>
        <a:defRPr sz="1400" kern="1200">
          <a:solidFill>
            <a:schemeClr val="bg1"/>
          </a:solidFill>
          <a:latin typeface="+mn-lt"/>
          <a:ea typeface="+mn-ea"/>
          <a:cs typeface="+mn-cs"/>
        </a:defRPr>
      </a:lvl5pPr>
      <a:lvl6pPr marL="1257049" indent="-114277" algn="l" defTabSz="457109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603" indent="-114277" algn="l" defTabSz="457109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157" indent="-114277" algn="l" defTabSz="457109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942711" indent="-114277" algn="l" defTabSz="457109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554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109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663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217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2771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326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599880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434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320" userDrawn="1">
          <p15:clr>
            <a:srgbClr val="F26B43"/>
          </p15:clr>
        </p15:guide>
        <p15:guide id="2" pos="768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Banner - ASP.NET Core e .NET 10: le novità che potenziano lo sviluppo web</a:t>
            </a:r>
          </a:p>
        </p:txBody>
      </p:sp>
      <p:pic>
        <p:nvPicPr>
          <p:cNvPr id="3" name="Banner for ASP.NET Core e .NET 10: le novità che potenziano lo sviluppo web by Andrea Dott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24387175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onsor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Event Sponsors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in Sess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ASP.NET Core e .NET 10: le novità che potenziano lo sviluppo web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mo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Demo: ASP.NET Core e .NET 10: le novità che potenziano lo sviluppo web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estions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&amp; Discussion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oting Call to Action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Please Vote for This Session</a:t>
            </a:r>
          </a:p>
        </p:txBody>
      </p:sp>
      <p:pic>
        <p:nvPicPr>
          <p:cNvPr id="3" name="QR Code for voting on ASP.NET Core e .NET 10: le novità che potenziano lo sviluppo web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39"/>
          </p:nvPr>
        </p:nvPicPr>
        <p:blipFill>
          <a:blip r:embed="rId3"/>
          <a:srcRect l="1854" r="1854"/>
          <a:stretch>
            <a:fillRect/>
          </a:stretch>
        </p:blipFill>
        <p:spPr/>
      </p:pic>
      <p:sp>
        <p:nvSpPr>
          <p:cNvPr id="4" name="Hidden Accessibility Title"/>
          <p:cNvSpPr txBox="1"/>
          <p:nvPr/>
        </p:nvSpPr>
        <p:spPr>
          <a:xfrm>
            <a:off x="-9144000" y="-914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Vote for Session - ASP.NET Core e .NET 10: le novità che potenziano lo sviluppo web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ustom 1">
      <a:dk1>
        <a:srgbClr val="000000"/>
      </a:dk1>
      <a:lt1>
        <a:srgbClr val="FEFFFE"/>
      </a:lt1>
      <a:dk2>
        <a:srgbClr val="1F1E32"/>
      </a:dk2>
      <a:lt2>
        <a:srgbClr val="A5A6A6"/>
      </a:lt2>
      <a:accent1>
        <a:srgbClr val="5728DC"/>
      </a:accent1>
      <a:accent2>
        <a:srgbClr val="0B6BFF"/>
      </a:accent2>
      <a:accent3>
        <a:srgbClr val="D600AA"/>
      </a:accent3>
      <a:accent4>
        <a:srgbClr val="EEEAFA"/>
      </a:accent4>
      <a:accent5>
        <a:srgbClr val="B9AAEE"/>
      </a:accent5>
      <a:accent6>
        <a:srgbClr val="9DC3FF"/>
      </a:accent6>
      <a:hlink>
        <a:srgbClr val="800066"/>
      </a:hlink>
      <a:folHlink>
        <a:srgbClr val="EF99DD"/>
      </a:folHlink>
    </a:clrScheme>
    <a:fontScheme name="dotnet">
      <a:majorFont>
        <a:latin typeface="Poppins"/>
        <a:ea typeface=""/>
        <a:cs typeface=""/>
      </a:majorFont>
      <a:minorFont>
        <a:latin typeface="Poppi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2800" dirty="0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87867195-f2b8-4ac2-b0b6-6bb73cb33af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4895</TotalTime>
  <Words>83</Words>
  <Application>Microsoft Office PowerPoint</Application>
  <PresentationFormat>Custom</PresentationFormat>
  <Paragraphs>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7" baseType="lpstr">
      <vt:lpstr>Arial</vt:lpstr>
      <vt:lpstr>Aptos</vt:lpstr>
      <vt:lpstr>Poppins</vt:lpstr>
      <vt:lpstr>Wingdings</vt:lpstr>
      <vt:lpstr>Segoe UI Variable Display Semibold</vt:lpstr>
      <vt:lpstr>Segoe UI Variable Text Semibold</vt:lpstr>
      <vt:lpstr>Segoe UI Variable Display Semib</vt:lpstr>
      <vt:lpstr>Segoe UI</vt:lpstr>
      <vt:lpstr>Segoe UI Variable Display</vt:lpstr>
      <vt:lpstr>Calibri</vt:lpstr>
      <vt:lpstr>1_Office Theme</vt:lpstr>
      <vt:lpstr>Session Banner - ASP.NET Core e .NET 10: le novità che potenziano lo sviluppo web</vt:lpstr>
      <vt:lpstr>Event Sponsors</vt:lpstr>
      <vt:lpstr>ASP.NET Core e .NET 10: le novità che potenziano lo sviluppo web</vt:lpstr>
      <vt:lpstr>Demo: ASP.NET Core e .NET 10: le novità che potenziano lo sviluppo web</vt:lpstr>
      <vt:lpstr>Questions &amp; Discussion</vt:lpstr>
      <vt:lpstr>Please Vote for This Session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for ASP.NET Core e .NET 10: le novità che potenziano lo sviluppo web</dc:title>
  <dc:subject>Conference session: ASP.NET Core e .NET 10: le novità che potenziano lo sviluppo web</dc:subject>
  <dc:creator/>
  <cp:lastModifiedBy>Ivan Persiani</cp:lastModifiedBy>
  <cp:revision>21</cp:revision>
  <dcterms:created xsi:type="dcterms:W3CDTF">2025-12-02T20:49:58Z</dcterms:created>
  <dcterms:modified xsi:type="dcterms:W3CDTF">2026-01-28T20:53:21Z</dcterms:modified>
</cp:coreProperties>
</file>
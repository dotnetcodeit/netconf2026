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6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Le novità di C# 14</a:t>
            </a:r>
          </a:p>
        </p:txBody>
      </p:sp>
      <p:pic>
        <p:nvPicPr>
          <p:cNvPr id="3" name="Banner for Le novità di C# 14 by Andrea Cero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novità di C#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Le novità di C#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Le novità di C#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Le novità di C#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43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Aptos</vt:lpstr>
      <vt:lpstr>Poppins</vt:lpstr>
      <vt:lpstr>Wingdings</vt:lpstr>
      <vt:lpstr>Segoe UI Variable Display Semib</vt:lpstr>
      <vt:lpstr>Segoe UI Variable Display</vt:lpstr>
      <vt:lpstr>Segoe UI Variable Display Semibold</vt:lpstr>
      <vt:lpstr>Segoe UI</vt:lpstr>
      <vt:lpstr>Segoe UI Variable Text Semibold</vt:lpstr>
      <vt:lpstr>Calibri</vt:lpstr>
      <vt:lpstr>1_Office Theme</vt:lpstr>
      <vt:lpstr>Session Banner - Le novità di C# 14</vt:lpstr>
      <vt:lpstr>Event Sponsors</vt:lpstr>
      <vt:lpstr>Le novità di C# 14</vt:lpstr>
      <vt:lpstr>Demo: Le novità di C# 14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Le novità di C# 14</dc:title>
  <dc:subject>Conference session: Le novità di C# 14</dc:subject>
  <dc:creator/>
  <cp:lastModifiedBy>Ivan Persiani</cp:lastModifiedBy>
  <cp:revision>21</cp:revision>
  <dcterms:created xsi:type="dcterms:W3CDTF">2025-12-02T20:49:58Z</dcterms:created>
  <dcterms:modified xsi:type="dcterms:W3CDTF">2026-01-28T20:56:22Z</dcterms:modified>
</cp:coreProperties>
</file>